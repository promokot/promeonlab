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7" r:id="rId1"/>
  </p:sldMasterIdLst>
  <p:notesMasterIdLst>
    <p:notesMasterId r:id="rId14"/>
  </p:notesMasterIdLst>
  <p:handoutMasterIdLst>
    <p:handoutMasterId r:id="rId15"/>
  </p:handoutMasterIdLst>
  <p:sldIdLst>
    <p:sldId id="7696" r:id="rId2"/>
    <p:sldId id="7689" r:id="rId3"/>
    <p:sldId id="7668" r:id="rId4"/>
    <p:sldId id="7663" r:id="rId5"/>
    <p:sldId id="7698" r:id="rId6"/>
    <p:sldId id="7699" r:id="rId7"/>
    <p:sldId id="7700" r:id="rId8"/>
    <p:sldId id="7701" r:id="rId9"/>
    <p:sldId id="7704" r:id="rId10"/>
    <p:sldId id="7705" r:id="rId11"/>
    <p:sldId id="7673" r:id="rId12"/>
    <p:sldId id="7669" r:id="rId13"/>
  </p:sldIdLst>
  <p:sldSz cx="12192000" cy="6858000"/>
  <p:notesSz cx="6735763" cy="9866313"/>
  <p:custDataLst>
    <p:tags r:id="rId16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0" userDrawn="1">
          <p15:clr>
            <a:srgbClr val="A4A3A4"/>
          </p15:clr>
        </p15:guide>
        <p15:guide id="2" pos="2479" userDrawn="1">
          <p15:clr>
            <a:srgbClr val="A4A3A4"/>
          </p15:clr>
        </p15:guide>
        <p15:guide id="3" orient="horz" pos="482" userDrawn="1">
          <p15:clr>
            <a:srgbClr val="A4A3A4"/>
          </p15:clr>
        </p15:guide>
        <p15:guide id="4" orient="horz" pos="1162" userDrawn="1">
          <p15:clr>
            <a:srgbClr val="A4A3A4"/>
          </p15:clr>
        </p15:guide>
        <p15:guide id="5" orient="horz" pos="1366" userDrawn="1">
          <p15:clr>
            <a:srgbClr val="A4A3A4"/>
          </p15:clr>
        </p15:guide>
        <p15:guide id="6" pos="5518" userDrawn="1">
          <p15:clr>
            <a:srgbClr val="A4A3A4"/>
          </p15:clr>
        </p15:guide>
        <p15:guide id="7" orient="horz" pos="2341" userDrawn="1">
          <p15:clr>
            <a:srgbClr val="A4A3A4"/>
          </p15:clr>
        </p15:guide>
        <p15:guide id="8" orient="horz" pos="2591" userDrawn="1">
          <p15:clr>
            <a:srgbClr val="A4A3A4"/>
          </p15:clr>
        </p15:guide>
        <p15:guide id="9" orient="horz" pos="2523" userDrawn="1">
          <p15:clr>
            <a:srgbClr val="A4A3A4"/>
          </p15:clr>
        </p15:guide>
        <p15:guide id="10" pos="6698" userDrawn="1">
          <p15:clr>
            <a:srgbClr val="A4A3A4"/>
          </p15:clr>
        </p15:guide>
        <p15:guide id="11" orient="horz" pos="1117" userDrawn="1">
          <p15:clr>
            <a:srgbClr val="A4A3A4"/>
          </p15:clr>
        </p15:guide>
        <p15:guide id="12" orient="horz" pos="436" userDrawn="1">
          <p15:clr>
            <a:srgbClr val="A4A3A4"/>
          </p15:clr>
        </p15:guide>
        <p15:guide id="14" pos="5450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6" pos="6176" userDrawn="1">
          <p15:clr>
            <a:srgbClr val="A4A3A4"/>
          </p15:clr>
        </p15:guide>
        <p15:guide id="17" pos="1527" userDrawn="1">
          <p15:clr>
            <a:srgbClr val="A4A3A4"/>
          </p15:clr>
        </p15:guide>
        <p15:guide id="18" pos="3092" userDrawn="1">
          <p15:clr>
            <a:srgbClr val="A4A3A4"/>
          </p15:clr>
        </p15:guide>
        <p15:guide id="19" pos="5382" userDrawn="1">
          <p15:clr>
            <a:srgbClr val="A4A3A4"/>
          </p15:clr>
        </p15:guide>
        <p15:guide id="21" pos="960" userDrawn="1">
          <p15:clr>
            <a:srgbClr val="A4A3A4"/>
          </p15:clr>
        </p15:guide>
        <p15:guide id="22" pos="2434" userDrawn="1">
          <p15:clr>
            <a:srgbClr val="A4A3A4"/>
          </p15:clr>
        </p15:guide>
        <p15:guide id="23" orient="horz" pos="2047" userDrawn="1">
          <p15:clr>
            <a:srgbClr val="A4A3A4"/>
          </p15:clr>
        </p15:guide>
        <p15:guide id="24" pos="1277" userDrawn="1">
          <p15:clr>
            <a:srgbClr val="A4A3A4"/>
          </p15:clr>
        </p15:guide>
        <p15:guide id="25" pos="40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D81"/>
    <a:srgbClr val="3F91A0"/>
    <a:srgbClr val="B26397"/>
    <a:srgbClr val="706F6F"/>
    <a:srgbClr val="B24C33"/>
    <a:srgbClr val="E9B622"/>
    <a:srgbClr val="712073"/>
    <a:srgbClr val="EA7125"/>
    <a:srgbClr val="3D378D"/>
    <a:srgbClr val="007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035" autoAdjust="0"/>
  </p:normalViewPr>
  <p:slideViewPr>
    <p:cSldViewPr snapToGrid="0">
      <p:cViewPr>
        <p:scale>
          <a:sx n="86" d="100"/>
          <a:sy n="86" d="100"/>
        </p:scale>
        <p:origin x="273" y="30"/>
      </p:cViewPr>
      <p:guideLst>
        <p:guide orient="horz" pos="3090"/>
        <p:guide pos="2479"/>
        <p:guide orient="horz" pos="482"/>
        <p:guide orient="horz" pos="1162"/>
        <p:guide orient="horz" pos="1366"/>
        <p:guide pos="5518"/>
        <p:guide orient="horz" pos="2341"/>
        <p:guide orient="horz" pos="2591"/>
        <p:guide orient="horz" pos="2523"/>
        <p:guide pos="6698"/>
        <p:guide orient="horz" pos="1117"/>
        <p:guide orient="horz" pos="436"/>
        <p:guide pos="5450"/>
        <p:guide orient="horz" pos="1253"/>
        <p:guide pos="6176"/>
        <p:guide pos="1527"/>
        <p:guide pos="3092"/>
        <p:guide pos="5382"/>
        <p:guide pos="960"/>
        <p:guide pos="2434"/>
        <p:guide orient="horz" pos="2047"/>
        <p:guide pos="1277"/>
        <p:guide pos="407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3162" y="90"/>
      </p:cViewPr>
      <p:guideLst/>
    </p:cSldViewPr>
  </p:notesViewPr>
  <p:gridSpacing cx="46800" cy="46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0876A335-CE86-7ED6-889D-53C24E470A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C012AE-C7DD-E3CE-3D45-392B3B4E6C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7ABCC-CF3C-4532-9ACD-4FD4F6964F21}" type="datetimeFigureOut">
              <a:rPr lang="ru-RU" smtClean="0">
                <a:latin typeface="Arial" panose="020B0604020202020204" pitchFamily="34" charset="0"/>
              </a:rPr>
              <a:t>22.05.2026</a:t>
            </a:fld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83633C-E4E3-D67A-FA0A-86B47BBB85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4A13D7-DA5D-A715-E3E0-0777B3084C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B385E-F5AC-4220-88E8-D359F0C98E96}" type="slidenum">
              <a:rPr lang="ru-RU" smtClean="0">
                <a:latin typeface="Arial" panose="020B0604020202020204" pitchFamily="34" charset="0"/>
              </a:rPr>
              <a:t>‹#›</a:t>
            </a:fld>
            <a:endParaRPr 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99375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08" userDrawn="1">
          <p15:clr>
            <a:srgbClr val="F26B43"/>
          </p15:clr>
        </p15:guide>
        <p15:guide id="2" pos="2122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sym typeface="Arial" panose="02000506040000020004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sym typeface="Arial" panose="02000506040000020004" pitchFamily="2" charset="0"/>
              </a:defRPr>
            </a:lvl1pPr>
          </a:lstStyle>
          <a:p>
            <a:fld id="{FBE26D7A-F5EB-4C23-8032-E31C77D84C5A}" type="datetimeFigureOut">
              <a:rPr lang="ru-RU" smtClean="0"/>
              <a:pPr/>
              <a:t>22.05.2026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sym typeface="Arial" panose="02000506040000020004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sym typeface="Arial" panose="02000506040000020004" pitchFamily="2" charset="0"/>
              </a:defRPr>
            </a:lvl1pPr>
          </a:lstStyle>
          <a:p>
            <a:fld id="{23B3B5DC-1A24-4803-AA36-26180B22D0F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972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00506040000020004" pitchFamily="2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08" userDrawn="1">
          <p15:clr>
            <a:srgbClr val="F26B43"/>
          </p15:clr>
        </p15:guide>
        <p15:guide id="2" pos="2122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6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5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4780921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83" imgH="384" progId="TCLayout.ActiveDocument.1">
                  <p:embed/>
                </p:oleObj>
              </mc:Choice>
              <mc:Fallback>
                <p:oleObj name="Слайд think-cell" r:id="rId3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82550"/>
            <a:ext cx="10277095" cy="738664"/>
          </a:xfrm>
        </p:spPr>
        <p:txBody>
          <a:bodyPr vert="horz"/>
          <a:lstStyle>
            <a:lvl1pPr>
              <a:defRPr b="1"/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12C0FD3-7B8D-29C6-124F-F84B49FAAA25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A815C1B8-048D-9679-F62A-22C7450B5552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7B42A62-47AE-E875-1C48-9B0D1E84820C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0016E5B1-2EB0-E4EC-F159-AE6D5F249F0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EC55AE40-35C7-B523-EC83-A92A4A9BA04C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8" name="Рисунок 56">
              <a:extLst>
                <a:ext uri="{FF2B5EF4-FFF2-40B4-BE49-F238E27FC236}">
                  <a16:creationId xmlns:a16="http://schemas.microsoft.com/office/drawing/2014/main" id="{C9BAF8D0-8ADB-3974-7A2A-E7C8FF0110D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60FB097B-EAC3-8C54-FA7F-DBADE5F5F221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E86B7C0D-26A8-8E64-A2EB-58568BEF917D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1442B976-B2B6-AA38-AAA7-1A6173F2D3F7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0F6EB3E5-BEEC-5484-D94F-D9F8DE92AD20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FB4CE44B-3101-B723-1919-6512304A9AD8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7046072A-C67D-A9A4-34BE-1991867DDE7F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2" name="Рисунок 56">
              <a:extLst>
                <a:ext uri="{FF2B5EF4-FFF2-40B4-BE49-F238E27FC236}">
                  <a16:creationId xmlns:a16="http://schemas.microsoft.com/office/drawing/2014/main" id="{48AA1E22-E5E7-95B6-A992-712E46FC6DF7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175928AB-81CF-8979-0C67-2768FD5BA03D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253DFA0D-B2FE-F25B-7EE8-3D0B16FFBFA9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AFE62C03-EA65-0B3B-118D-EBBC324C6003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CC7D63FC-F410-3567-91A7-7F8CB19284D1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2AB00EF1-93D8-F760-1E0B-F378D0158273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EB956D67-E3BD-E2D3-7EB3-0B4049569326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4B1CC8B7-D8D1-A615-4810-8D00CAA05EFD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73A43CB-E621-F34B-9BD4-CD700848EC36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7A2A9BDD-7FC3-4C6C-8B7F-63A02436EC3E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0228CC6C-60B4-3D94-5F01-3C27F6F91953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111410D0-1D31-205C-77DA-7BF840F481BB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8542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а подразделений и основного бре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4780921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83" imgH="384" progId="TCLayout.ActiveDocument.1">
                  <p:embed/>
                </p:oleObj>
              </mc:Choice>
              <mc:Fallback>
                <p:oleObj name="Слайд think-cell" r:id="rId3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82550"/>
            <a:ext cx="10277095" cy="369332"/>
          </a:xfrm>
        </p:spPr>
        <p:txBody>
          <a:bodyPr vert="horz"/>
          <a:lstStyle>
            <a:lvl1pPr>
              <a:defRPr b="1"/>
            </a:lvl1pPr>
          </a:lstStyle>
          <a:p>
            <a:r>
              <a:rPr lang="ru-RU" dirty="0"/>
              <a:t>Корпоративные цвета РТУ МИРЭА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12C0FD3-7B8D-29C6-124F-F84B49FAAA25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A815C1B8-048D-9679-F62A-22C7450B5552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7B42A62-47AE-E875-1C48-9B0D1E84820C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0016E5B1-2EB0-E4EC-F159-AE6D5F249F0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EC55AE40-35C7-B523-EC83-A92A4A9BA04C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8" name="Рисунок 56">
              <a:extLst>
                <a:ext uri="{FF2B5EF4-FFF2-40B4-BE49-F238E27FC236}">
                  <a16:creationId xmlns:a16="http://schemas.microsoft.com/office/drawing/2014/main" id="{C9BAF8D0-8ADB-3974-7A2A-E7C8FF0110D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60FB097B-EAC3-8C54-FA7F-DBADE5F5F221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E86B7C0D-26A8-8E64-A2EB-58568BEF917D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1442B976-B2B6-AA38-AAA7-1A6173F2D3F7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0F6EB3E5-BEEC-5484-D94F-D9F8DE92AD20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FB4CE44B-3101-B723-1919-6512304A9AD8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7046072A-C67D-A9A4-34BE-1991867DDE7F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2" name="Рисунок 56">
              <a:extLst>
                <a:ext uri="{FF2B5EF4-FFF2-40B4-BE49-F238E27FC236}">
                  <a16:creationId xmlns:a16="http://schemas.microsoft.com/office/drawing/2014/main" id="{48AA1E22-E5E7-95B6-A992-712E46FC6DF7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175928AB-81CF-8979-0C67-2768FD5BA03D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253DFA0D-B2FE-F25B-7EE8-3D0B16FFBFA9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AFE62C03-EA65-0B3B-118D-EBBC324C6003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CC7D63FC-F410-3567-91A7-7F8CB19284D1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2AB00EF1-93D8-F760-1E0B-F378D0158273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EB956D67-E3BD-E2D3-7EB3-0B4049569326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4B1CC8B7-D8D1-A615-4810-8D00CAA05EFD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73A43CB-E621-F34B-9BD4-CD700848EC36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7A2A9BDD-7FC3-4C6C-8B7F-63A02436EC3E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6" name="Полилиния: фигура 15">
                <a:extLst>
                  <a:ext uri="{FF2B5EF4-FFF2-40B4-BE49-F238E27FC236}">
                    <a16:creationId xmlns:a16="http://schemas.microsoft.com/office/drawing/2014/main" id="{0228CC6C-60B4-3D94-5F01-3C27F6F91953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111410D0-1D31-205C-77DA-7BF840F481BB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A599881-7B1B-7BE3-92C6-DCB12C93001E}"/>
              </a:ext>
            </a:extLst>
          </p:cNvPr>
          <p:cNvSpPr/>
          <p:nvPr userDrawn="1"/>
        </p:nvSpPr>
        <p:spPr>
          <a:xfrm rot="10800000">
            <a:off x="10185451" y="1903621"/>
            <a:ext cx="1656000" cy="360000"/>
          </a:xfrm>
          <a:prstGeom prst="roundRect">
            <a:avLst/>
          </a:prstGeom>
          <a:solidFill>
            <a:srgbClr val="EBB800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C174C9A6-F0CB-8195-40DA-85B26D374191}"/>
              </a:ext>
            </a:extLst>
          </p:cNvPr>
          <p:cNvSpPr/>
          <p:nvPr userDrawn="1"/>
        </p:nvSpPr>
        <p:spPr>
          <a:xfrm>
            <a:off x="10201038" y="2471500"/>
            <a:ext cx="1656000" cy="360000"/>
          </a:xfrm>
          <a:prstGeom prst="roundRect">
            <a:avLst/>
          </a:prstGeom>
          <a:gradFill>
            <a:gsLst>
              <a:gs pos="1302">
                <a:srgbClr val="F2DB7A"/>
              </a:gs>
              <a:gs pos="38021">
                <a:srgbClr val="EBB800"/>
              </a:gs>
              <a:gs pos="73698">
                <a:srgbClr val="EBB800"/>
              </a:gs>
              <a:gs pos="90577">
                <a:srgbClr val="BB940E"/>
              </a:gs>
              <a:gs pos="100000">
                <a:srgbClr val="A98714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3EF9B523-A342-C9D6-0B7D-0FB32907C07D}"/>
              </a:ext>
            </a:extLst>
          </p:cNvPr>
          <p:cNvSpPr/>
          <p:nvPr userDrawn="1"/>
        </p:nvSpPr>
        <p:spPr>
          <a:xfrm rot="10800000">
            <a:off x="7973503" y="3480819"/>
            <a:ext cx="1656000" cy="360000"/>
          </a:xfrm>
          <a:prstGeom prst="roundRect">
            <a:avLst/>
          </a:prstGeom>
          <a:solidFill>
            <a:srgbClr val="B4472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265F07C8-1AF6-944C-0970-F58BE61603B9}"/>
              </a:ext>
            </a:extLst>
          </p:cNvPr>
          <p:cNvSpPr/>
          <p:nvPr userDrawn="1"/>
        </p:nvSpPr>
        <p:spPr>
          <a:xfrm>
            <a:off x="7992734" y="4083057"/>
            <a:ext cx="1656000" cy="360000"/>
          </a:xfrm>
          <a:prstGeom prst="roundRect">
            <a:avLst/>
          </a:prstGeom>
          <a:gradFill>
            <a:gsLst>
              <a:gs pos="1302">
                <a:srgbClr val="F08362"/>
              </a:gs>
              <a:gs pos="38021">
                <a:srgbClr val="B44629"/>
              </a:gs>
              <a:gs pos="73698">
                <a:srgbClr val="B44629"/>
              </a:gs>
              <a:gs pos="79608">
                <a:srgbClr val="AB3820"/>
              </a:gs>
              <a:gs pos="93147">
                <a:srgbClr val="941D0F"/>
              </a:gs>
              <a:gs pos="100000">
                <a:srgbClr val="8A120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37E7036D-4DCC-E745-C958-65598852F7CE}"/>
              </a:ext>
            </a:extLst>
          </p:cNvPr>
          <p:cNvSpPr/>
          <p:nvPr userDrawn="1"/>
        </p:nvSpPr>
        <p:spPr>
          <a:xfrm rot="10800000">
            <a:off x="5761555" y="1903621"/>
            <a:ext cx="1656000" cy="360000"/>
          </a:xfrm>
          <a:prstGeom prst="roundRect">
            <a:avLst/>
          </a:prstGeom>
          <a:solidFill>
            <a:srgbClr val="741E6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F980C395-EEBC-DE10-C9D6-6AE5F00B28D8}"/>
              </a:ext>
            </a:extLst>
          </p:cNvPr>
          <p:cNvSpPr/>
          <p:nvPr userDrawn="1"/>
        </p:nvSpPr>
        <p:spPr>
          <a:xfrm>
            <a:off x="5761555" y="2452513"/>
            <a:ext cx="1656000" cy="360000"/>
          </a:xfrm>
          <a:prstGeom prst="roundRect">
            <a:avLst/>
          </a:prstGeom>
          <a:gradFill>
            <a:gsLst>
              <a:gs pos="0">
                <a:srgbClr val="B480B7"/>
              </a:gs>
              <a:gs pos="38021">
                <a:srgbClr val="741E6C"/>
              </a:gs>
              <a:gs pos="73698">
                <a:srgbClr val="712373"/>
              </a:gs>
              <a:gs pos="77903">
                <a:srgbClr val="6A226C"/>
              </a:gs>
              <a:gs pos="92575">
                <a:srgbClr val="551E56"/>
              </a:gs>
              <a:gs pos="100000">
                <a:srgbClr val="4E1D4E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1C458CC4-1BA9-D708-6870-28A91EB5AEC9}"/>
              </a:ext>
            </a:extLst>
          </p:cNvPr>
          <p:cNvSpPr/>
          <p:nvPr userDrawn="1"/>
        </p:nvSpPr>
        <p:spPr>
          <a:xfrm rot="10800000">
            <a:off x="7973503" y="1903621"/>
            <a:ext cx="1656000" cy="360000"/>
          </a:xfrm>
          <a:prstGeom prst="roundRect">
            <a:avLst/>
          </a:prstGeom>
          <a:solidFill>
            <a:srgbClr val="006A81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7E167F27-A5DB-05C5-B396-F7D2809DEEED}"/>
              </a:ext>
            </a:extLst>
          </p:cNvPr>
          <p:cNvSpPr/>
          <p:nvPr userDrawn="1"/>
        </p:nvSpPr>
        <p:spPr>
          <a:xfrm>
            <a:off x="7973503" y="2480463"/>
            <a:ext cx="1656000" cy="360000"/>
          </a:xfrm>
          <a:prstGeom prst="roundRect">
            <a:avLst/>
          </a:prstGeom>
          <a:gradFill>
            <a:gsLst>
              <a:gs pos="1302">
                <a:srgbClr val="94CCD9"/>
              </a:gs>
              <a:gs pos="38021">
                <a:srgbClr val="006A81"/>
              </a:gs>
              <a:gs pos="73698">
                <a:srgbClr val="006A81"/>
              </a:gs>
              <a:gs pos="85466">
                <a:srgbClr val="00576A"/>
              </a:gs>
              <a:gs pos="94996">
                <a:srgbClr val="004859"/>
              </a:gs>
              <a:gs pos="100000">
                <a:srgbClr val="004352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FC31CD98-78A7-38FF-E625-0460E46AE9D2}"/>
              </a:ext>
            </a:extLst>
          </p:cNvPr>
          <p:cNvSpPr/>
          <p:nvPr userDrawn="1"/>
        </p:nvSpPr>
        <p:spPr>
          <a:xfrm rot="10800000">
            <a:off x="3549609" y="3480819"/>
            <a:ext cx="1656000" cy="360000"/>
          </a:xfrm>
          <a:prstGeom prst="roundRect">
            <a:avLst/>
          </a:prstGeom>
          <a:solidFill>
            <a:srgbClr val="B26397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B5184846-3C4C-10E2-685A-5BB9D82EF206}"/>
              </a:ext>
            </a:extLst>
          </p:cNvPr>
          <p:cNvSpPr/>
          <p:nvPr userDrawn="1"/>
        </p:nvSpPr>
        <p:spPr>
          <a:xfrm>
            <a:off x="3549608" y="4083057"/>
            <a:ext cx="1656000" cy="360000"/>
          </a:xfrm>
          <a:prstGeom prst="roundRect">
            <a:avLst/>
          </a:prstGeom>
          <a:gradFill>
            <a:gsLst>
              <a:gs pos="1823">
                <a:srgbClr val="D9A3CA"/>
              </a:gs>
              <a:gs pos="38021">
                <a:srgbClr val="B26397"/>
              </a:gs>
              <a:gs pos="69790">
                <a:srgbClr val="B26397"/>
              </a:gs>
              <a:gs pos="77763">
                <a:srgbClr val="A7528D"/>
              </a:gs>
              <a:gs pos="92473">
                <a:srgbClr val="933680"/>
              </a:gs>
              <a:gs pos="100000">
                <a:srgbClr val="8B2C7C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E6EADCE3-A4DD-907F-962B-6CE863C5028E}"/>
              </a:ext>
            </a:extLst>
          </p:cNvPr>
          <p:cNvSpPr/>
          <p:nvPr userDrawn="1"/>
        </p:nvSpPr>
        <p:spPr>
          <a:xfrm rot="10800000">
            <a:off x="5761555" y="3480819"/>
            <a:ext cx="1656000" cy="360000"/>
          </a:xfrm>
          <a:prstGeom prst="roundRect">
            <a:avLst/>
          </a:prstGeom>
          <a:solidFill>
            <a:srgbClr val="706F6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2004D665-0C3B-B4CF-86D5-4E3BFB64796C}"/>
              </a:ext>
            </a:extLst>
          </p:cNvPr>
          <p:cNvSpPr/>
          <p:nvPr userDrawn="1"/>
        </p:nvSpPr>
        <p:spPr>
          <a:xfrm>
            <a:off x="5784430" y="4083057"/>
            <a:ext cx="1656000" cy="360000"/>
          </a:xfrm>
          <a:prstGeom prst="roundRect">
            <a:avLst/>
          </a:prstGeom>
          <a:gradFill>
            <a:gsLst>
              <a:gs pos="781">
                <a:srgbClr val="BDBCBC"/>
              </a:gs>
              <a:gs pos="38021">
                <a:srgbClr val="706F6F"/>
              </a:gs>
              <a:gs pos="73698">
                <a:srgbClr val="706F6F"/>
              </a:gs>
              <a:gs pos="89976">
                <a:srgbClr val="4E4E4D"/>
              </a:gs>
              <a:gs pos="100000">
                <a:srgbClr val="3C3C3B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E1319ABE-3747-DE22-52E5-DD830BC23EF3}"/>
              </a:ext>
            </a:extLst>
          </p:cNvPr>
          <p:cNvSpPr/>
          <p:nvPr userDrawn="1"/>
        </p:nvSpPr>
        <p:spPr>
          <a:xfrm rot="10800000">
            <a:off x="6914701" y="5381153"/>
            <a:ext cx="1656000" cy="360000"/>
          </a:xfrm>
          <a:prstGeom prst="roundRect">
            <a:avLst/>
          </a:prstGeom>
          <a:solidFill>
            <a:srgbClr val="F0CF8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31C6F055-9EA7-1E9F-029D-6C907AD668C0}"/>
              </a:ext>
            </a:extLst>
          </p:cNvPr>
          <p:cNvSpPr/>
          <p:nvPr userDrawn="1"/>
        </p:nvSpPr>
        <p:spPr>
          <a:xfrm>
            <a:off x="6906718" y="5957884"/>
            <a:ext cx="1656000" cy="360000"/>
          </a:xfrm>
          <a:prstGeom prst="roundRect">
            <a:avLst/>
          </a:prstGeom>
          <a:gradFill>
            <a:gsLst>
              <a:gs pos="1302">
                <a:srgbClr val="F2DDA8"/>
              </a:gs>
              <a:gs pos="38542">
                <a:srgbClr val="F0CF8C"/>
              </a:gs>
              <a:gs pos="73698">
                <a:srgbClr val="F0CF8C"/>
              </a:gs>
              <a:gs pos="78722">
                <a:srgbClr val="EECB88"/>
              </a:gs>
              <a:gs pos="100000">
                <a:srgbClr val="E5BD7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72C951E9-82B6-5E97-9039-F2E91F904C75}"/>
              </a:ext>
            </a:extLst>
          </p:cNvPr>
          <p:cNvSpPr/>
          <p:nvPr userDrawn="1"/>
        </p:nvSpPr>
        <p:spPr>
          <a:xfrm rot="10800000">
            <a:off x="10185450" y="3480820"/>
            <a:ext cx="1656000" cy="360000"/>
          </a:xfrm>
          <a:prstGeom prst="roundRect">
            <a:avLst/>
          </a:prstGeom>
          <a:solidFill>
            <a:srgbClr val="3E378D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12F910DE-6543-6278-E820-C61F28C5FDD9}"/>
              </a:ext>
            </a:extLst>
          </p:cNvPr>
          <p:cNvSpPr/>
          <p:nvPr userDrawn="1"/>
        </p:nvSpPr>
        <p:spPr>
          <a:xfrm>
            <a:off x="10201038" y="4083057"/>
            <a:ext cx="1656000" cy="360000"/>
          </a:xfrm>
          <a:prstGeom prst="roundRect">
            <a:avLst/>
          </a:prstGeom>
          <a:gradFill>
            <a:gsLst>
              <a:gs pos="1302">
                <a:srgbClr val="989DC0"/>
              </a:gs>
              <a:gs pos="38542">
                <a:srgbClr val="3E378D"/>
              </a:gs>
              <a:gs pos="73698">
                <a:srgbClr val="3E378D"/>
              </a:gs>
              <a:gs pos="80968">
                <a:srgbClr val="38327D"/>
              </a:gs>
              <a:gs pos="93429">
                <a:srgbClr val="2E2B67"/>
              </a:gs>
              <a:gs pos="100000">
                <a:srgbClr val="2A295F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E3613BB3-93E6-D428-FB26-5D0C707492E1}"/>
              </a:ext>
            </a:extLst>
          </p:cNvPr>
          <p:cNvSpPr/>
          <p:nvPr userDrawn="1"/>
        </p:nvSpPr>
        <p:spPr>
          <a:xfrm rot="10800000">
            <a:off x="3549609" y="5403126"/>
            <a:ext cx="1656000" cy="360000"/>
          </a:xfrm>
          <a:prstGeom prst="roundRect">
            <a:avLst/>
          </a:prstGeom>
          <a:solidFill>
            <a:srgbClr val="EA712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4700482B-3EFD-81C7-01E5-C879E75041ED}"/>
              </a:ext>
            </a:extLst>
          </p:cNvPr>
          <p:cNvSpPr/>
          <p:nvPr userDrawn="1"/>
        </p:nvSpPr>
        <p:spPr>
          <a:xfrm>
            <a:off x="3549608" y="5970069"/>
            <a:ext cx="1656000" cy="360000"/>
          </a:xfrm>
          <a:prstGeom prst="roundRect">
            <a:avLst/>
          </a:prstGeom>
          <a:gradFill>
            <a:gsLst>
              <a:gs pos="2344">
                <a:srgbClr val="F0B789"/>
              </a:gs>
              <a:gs pos="38021">
                <a:srgbClr val="EA7125"/>
              </a:gs>
              <a:gs pos="73698">
                <a:srgbClr val="EA7125"/>
              </a:gs>
              <a:gs pos="83550">
                <a:srgbClr val="CE651F"/>
              </a:gs>
              <a:gs pos="94318">
                <a:srgbClr val="B2591A"/>
              </a:gs>
              <a:gs pos="100000">
                <a:srgbClr val="A8541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A52149C9-5312-7D3F-5920-0E7ED4636146}"/>
              </a:ext>
            </a:extLst>
          </p:cNvPr>
          <p:cNvSpPr/>
          <p:nvPr userDrawn="1"/>
        </p:nvSpPr>
        <p:spPr>
          <a:xfrm rot="10800000">
            <a:off x="3549608" y="1903621"/>
            <a:ext cx="1656000" cy="360000"/>
          </a:xfrm>
          <a:prstGeom prst="roundRect">
            <a:avLst/>
          </a:prstGeom>
          <a:solidFill>
            <a:srgbClr val="00793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EDBDFE6B-F175-95CD-CD67-E297EE5F6D7C}"/>
              </a:ext>
            </a:extLst>
          </p:cNvPr>
          <p:cNvSpPr/>
          <p:nvPr userDrawn="1"/>
        </p:nvSpPr>
        <p:spPr>
          <a:xfrm>
            <a:off x="3549608" y="2458720"/>
            <a:ext cx="1656000" cy="360000"/>
          </a:xfrm>
          <a:prstGeom prst="roundRect">
            <a:avLst/>
          </a:prstGeom>
          <a:gradFill>
            <a:gsLst>
              <a:gs pos="1302">
                <a:srgbClr val="A4CD85"/>
              </a:gs>
              <a:gs pos="38021">
                <a:srgbClr val="007935"/>
              </a:gs>
              <a:gs pos="73698">
                <a:srgbClr val="007935"/>
              </a:gs>
              <a:gs pos="74932">
                <a:srgbClr val="007734"/>
              </a:gs>
              <a:gs pos="86756">
                <a:srgbClr val="006029"/>
              </a:gs>
              <a:gs pos="95441">
                <a:srgbClr val="005021"/>
              </a:gs>
              <a:gs pos="100000">
                <a:srgbClr val="00491D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E615E323-4963-B382-5BA6-278DB0D18E39}"/>
              </a:ext>
            </a:extLst>
          </p:cNvPr>
          <p:cNvSpPr/>
          <p:nvPr userDrawn="1"/>
        </p:nvSpPr>
        <p:spPr>
          <a:xfrm rot="10800000">
            <a:off x="342961" y="2618791"/>
            <a:ext cx="1656000" cy="360000"/>
          </a:xfrm>
          <a:prstGeom prst="roundRect">
            <a:avLst/>
          </a:prstGeom>
          <a:solidFill>
            <a:srgbClr val="5FC1C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06C55200-2940-FE6C-6082-6C0DA191FB55}"/>
              </a:ext>
            </a:extLst>
          </p:cNvPr>
          <p:cNvSpPr/>
          <p:nvPr userDrawn="1"/>
        </p:nvSpPr>
        <p:spPr>
          <a:xfrm rot="10800000">
            <a:off x="342960" y="3272660"/>
            <a:ext cx="1656000" cy="360000"/>
          </a:xfrm>
          <a:prstGeom prst="roundRect">
            <a:avLst/>
          </a:prstGeom>
          <a:solidFill>
            <a:srgbClr val="E6E6E6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361D9E40-2F22-CA1B-9DA0-ABAA50C09B22}"/>
              </a:ext>
            </a:extLst>
          </p:cNvPr>
          <p:cNvSpPr/>
          <p:nvPr userDrawn="1"/>
        </p:nvSpPr>
        <p:spPr>
          <a:xfrm rot="10800000">
            <a:off x="342961" y="1903621"/>
            <a:ext cx="1656000" cy="360000"/>
          </a:xfrm>
          <a:prstGeom prst="roundRect">
            <a:avLst/>
          </a:prstGeom>
          <a:solidFill>
            <a:srgbClr val="355CA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B66DB9C5-6744-BD01-FED0-E5961ED04850}"/>
              </a:ext>
            </a:extLst>
          </p:cNvPr>
          <p:cNvSpPr/>
          <p:nvPr userDrawn="1"/>
        </p:nvSpPr>
        <p:spPr>
          <a:xfrm>
            <a:off x="342960" y="3836551"/>
            <a:ext cx="1656000" cy="360000"/>
          </a:xfrm>
          <a:prstGeom prst="roundRect">
            <a:avLst/>
          </a:prstGeom>
          <a:gradFill>
            <a:gsLst>
              <a:gs pos="8430">
                <a:srgbClr val="5FC1CF"/>
              </a:gs>
              <a:gs pos="56704">
                <a:srgbClr val="3772B3"/>
              </a:gs>
              <a:gs pos="84412">
                <a:srgbClr val="355CA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2CE1FB-8897-2527-ECE5-A7656E7A0CE2}"/>
              </a:ext>
            </a:extLst>
          </p:cNvPr>
          <p:cNvSpPr txBox="1"/>
          <p:nvPr userDrawn="1"/>
        </p:nvSpPr>
        <p:spPr bwMode="auto">
          <a:xfrm>
            <a:off x="342960" y="2275453"/>
            <a:ext cx="1656000" cy="220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000" dirty="0">
                <a:latin typeface="Arial" panose="020B0604020202020204" pitchFamily="34" charset="0"/>
              </a:rPr>
              <a:t>Основной цвет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6435BD-D947-BA1A-DD4C-C1144E2859BE}"/>
              </a:ext>
            </a:extLst>
          </p:cNvPr>
          <p:cNvSpPr txBox="1"/>
          <p:nvPr userDrawn="1"/>
        </p:nvSpPr>
        <p:spPr bwMode="auto">
          <a:xfrm>
            <a:off x="342960" y="2987314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000" dirty="0">
                <a:latin typeface="Arial" panose="020B0604020202020204" pitchFamily="34" charset="0"/>
              </a:rPr>
              <a:t>Дополнительный цвет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D3FE83-E358-CDDE-1280-BAAF186D9FA2}"/>
              </a:ext>
            </a:extLst>
          </p:cNvPr>
          <p:cNvSpPr txBox="1"/>
          <p:nvPr userDrawn="1"/>
        </p:nvSpPr>
        <p:spPr bwMode="auto">
          <a:xfrm>
            <a:off x="336000" y="1286458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Цвета университета</a:t>
            </a:r>
            <a:br>
              <a:rPr lang="ru-RU" sz="2400" baseline="30000" dirty="0">
                <a:latin typeface="Arial" panose="020B0604020202020204" pitchFamily="34" charset="0"/>
              </a:rPr>
            </a:br>
            <a:r>
              <a:rPr lang="ru-RU" sz="2400" baseline="30000" dirty="0">
                <a:latin typeface="Arial" panose="020B0604020202020204" pitchFamily="34" charset="0"/>
              </a:rPr>
              <a:t>и филиалов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EDA5C5-6467-F003-8DE6-9D19495404A4}"/>
              </a:ext>
            </a:extLst>
          </p:cNvPr>
          <p:cNvSpPr txBox="1"/>
          <p:nvPr userDrawn="1"/>
        </p:nvSpPr>
        <p:spPr bwMode="auto">
          <a:xfrm>
            <a:off x="342960" y="4398897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000" dirty="0">
                <a:latin typeface="Arial" panose="020B0604020202020204" pitchFamily="34" charset="0"/>
              </a:rPr>
              <a:t>Градиент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A4C1E5-48E1-545D-10D0-2CBF2A3DD591}"/>
              </a:ext>
            </a:extLst>
          </p:cNvPr>
          <p:cNvSpPr txBox="1"/>
          <p:nvPr userDrawn="1"/>
        </p:nvSpPr>
        <p:spPr bwMode="auto">
          <a:xfrm>
            <a:off x="3549607" y="1312225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Цвета институтов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BADAE1C-FC13-4356-BDF2-6799802F2290}"/>
              </a:ext>
            </a:extLst>
          </p:cNvPr>
          <p:cNvSpPr txBox="1"/>
          <p:nvPr userDrawn="1"/>
        </p:nvSpPr>
        <p:spPr bwMode="auto">
          <a:xfrm>
            <a:off x="3549608" y="5108116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 колледжа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4FAC9E-4AE4-50CA-3C58-AD0A4110B1DA}"/>
              </a:ext>
            </a:extLst>
          </p:cNvPr>
          <p:cNvSpPr txBox="1"/>
          <p:nvPr userDrawn="1"/>
        </p:nvSpPr>
        <p:spPr bwMode="auto">
          <a:xfrm>
            <a:off x="6912299" y="5108115"/>
            <a:ext cx="5089201" cy="21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 Института международного образования</a:t>
            </a:r>
          </a:p>
          <a:p>
            <a:endParaRPr lang="ru-RU" sz="2400" baseline="30000" dirty="0">
              <a:latin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3E3991-47D3-29E0-9B48-1DAE42874D44}"/>
              </a:ext>
            </a:extLst>
          </p:cNvPr>
          <p:cNvSpPr txBox="1"/>
          <p:nvPr/>
        </p:nvSpPr>
        <p:spPr bwMode="auto">
          <a:xfrm>
            <a:off x="3549608" y="1695943"/>
            <a:ext cx="1908208" cy="254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ИИИ</a:t>
            </a:r>
          </a:p>
        </p:txBody>
      </p: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9B09FC6A-9CA6-14B2-92DC-7962B4EC309D}"/>
              </a:ext>
            </a:extLst>
          </p:cNvPr>
          <p:cNvGrpSpPr/>
          <p:nvPr userDrawn="1"/>
        </p:nvGrpSpPr>
        <p:grpSpPr>
          <a:xfrm>
            <a:off x="3549608" y="2263410"/>
            <a:ext cx="1089480" cy="860777"/>
            <a:chOff x="3549608" y="2263410"/>
            <a:chExt cx="1089480" cy="860777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B884CB1-0C58-4D80-1B4C-04588BD5A3C5}"/>
                </a:ext>
              </a:extLst>
            </p:cNvPr>
            <p:cNvSpPr txBox="1"/>
            <p:nvPr/>
          </p:nvSpPr>
          <p:spPr bwMode="auto">
            <a:xfrm>
              <a:off x="3549608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84930E4-2E53-088C-41F8-D16034F1E160}"/>
                </a:ext>
              </a:extLst>
            </p:cNvPr>
            <p:cNvSpPr txBox="1"/>
            <p:nvPr/>
          </p:nvSpPr>
          <p:spPr bwMode="auto">
            <a:xfrm>
              <a:off x="3549608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1CC790D6-618F-DB1D-F8FB-36E5A2A2A0C0}"/>
              </a:ext>
            </a:extLst>
          </p:cNvPr>
          <p:cNvSpPr txBox="1"/>
          <p:nvPr userDrawn="1"/>
        </p:nvSpPr>
        <p:spPr bwMode="auto">
          <a:xfrm>
            <a:off x="342960" y="5185809"/>
            <a:ext cx="2298065" cy="646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Чтобы взять необходимый цвет на слайд, воспользуйтесь инструментом «Пипетка»</a:t>
            </a:r>
          </a:p>
        </p:txBody>
      </p:sp>
      <p:grpSp>
        <p:nvGrpSpPr>
          <p:cNvPr id="97" name="Группа 96">
            <a:extLst>
              <a:ext uri="{FF2B5EF4-FFF2-40B4-BE49-F238E27FC236}">
                <a16:creationId xmlns:a16="http://schemas.microsoft.com/office/drawing/2014/main" id="{E473D2E9-0F0D-F3C1-995D-FBBF9F062F28}"/>
              </a:ext>
            </a:extLst>
          </p:cNvPr>
          <p:cNvGrpSpPr/>
          <p:nvPr userDrawn="1"/>
        </p:nvGrpSpPr>
        <p:grpSpPr>
          <a:xfrm>
            <a:off x="3549608" y="3292514"/>
            <a:ext cx="1908208" cy="1428244"/>
            <a:chOff x="3549608" y="3292514"/>
            <a:chExt cx="1908208" cy="1428244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6C9D72B-5EE4-E72F-E168-D2514BDC48AC}"/>
                </a:ext>
              </a:extLst>
            </p:cNvPr>
            <p:cNvSpPr txBox="1"/>
            <p:nvPr/>
          </p:nvSpPr>
          <p:spPr bwMode="auto">
            <a:xfrm>
              <a:off x="3549608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ИТХТ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A9B65F0-0A6B-4E19-FE8D-37010035E84C}"/>
                </a:ext>
              </a:extLst>
            </p:cNvPr>
            <p:cNvSpPr txBox="1"/>
            <p:nvPr/>
          </p:nvSpPr>
          <p:spPr bwMode="auto">
            <a:xfrm>
              <a:off x="3549608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B186A5B-4359-EF50-5EA3-D64C7261D962}"/>
                </a:ext>
              </a:extLst>
            </p:cNvPr>
            <p:cNvSpPr txBox="1"/>
            <p:nvPr/>
          </p:nvSpPr>
          <p:spPr bwMode="auto">
            <a:xfrm>
              <a:off x="3549608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38D8488D-8ACB-B4D2-428A-C20180247A52}"/>
              </a:ext>
            </a:extLst>
          </p:cNvPr>
          <p:cNvGrpSpPr/>
          <p:nvPr userDrawn="1"/>
        </p:nvGrpSpPr>
        <p:grpSpPr>
          <a:xfrm>
            <a:off x="5770294" y="1695943"/>
            <a:ext cx="1908208" cy="1428244"/>
            <a:chOff x="3549608" y="1695943"/>
            <a:chExt cx="1908208" cy="142824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896CFC6-F7F1-EBDE-B816-46442E2587C1}"/>
                </a:ext>
              </a:extLst>
            </p:cNvPr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ИРИ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506D54A-364F-ABBE-84C8-313659CAAA75}"/>
                </a:ext>
              </a:extLst>
            </p:cNvPr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118C85C-D9B9-87EC-4BC0-1C0FDC5368A4}"/>
                </a:ext>
              </a:extLst>
            </p:cNvPr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B2910DBF-6C25-52F9-B9EA-A9F7F681362F}"/>
              </a:ext>
            </a:extLst>
          </p:cNvPr>
          <p:cNvGrpSpPr/>
          <p:nvPr userDrawn="1"/>
        </p:nvGrpSpPr>
        <p:grpSpPr>
          <a:xfrm>
            <a:off x="5770294" y="3292514"/>
            <a:ext cx="1908208" cy="1428244"/>
            <a:chOff x="3549608" y="1695943"/>
            <a:chExt cx="1908208" cy="1428244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7E77DC5-3C7B-0426-35BC-E9C71AA48B12}"/>
                </a:ext>
              </a:extLst>
            </p:cNvPr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ИИТ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01DAAF3-C748-A17D-B659-58234ED8B2E7}"/>
                </a:ext>
              </a:extLst>
            </p:cNvPr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BEC2966-FD22-86CD-66DA-EF6223AE6123}"/>
                </a:ext>
              </a:extLst>
            </p:cNvPr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04FD5268-488D-6946-D7C0-AF9FD8030DCF}"/>
              </a:ext>
            </a:extLst>
          </p:cNvPr>
          <p:cNvGrpSpPr/>
          <p:nvPr userDrawn="1"/>
        </p:nvGrpSpPr>
        <p:grpSpPr>
          <a:xfrm>
            <a:off x="7961951" y="1695943"/>
            <a:ext cx="1908208" cy="1428244"/>
            <a:chOff x="7961951" y="1695943"/>
            <a:chExt cx="1908208" cy="1428244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93075B2-DF63-5B98-7FFA-60E2F665EC3B}"/>
                </a:ext>
              </a:extLst>
            </p:cNvPr>
            <p:cNvSpPr txBox="1"/>
            <p:nvPr/>
          </p:nvSpPr>
          <p:spPr bwMode="auto">
            <a:xfrm>
              <a:off x="79619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ИКБ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951C4D5-A80C-B288-8D1A-D1B1C7E58AB4}"/>
                </a:ext>
              </a:extLst>
            </p:cNvPr>
            <p:cNvSpPr txBox="1"/>
            <p:nvPr/>
          </p:nvSpPr>
          <p:spPr bwMode="auto">
            <a:xfrm>
              <a:off x="79619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F23C907-BF09-91F5-A3A1-7EDE3D7C5E5B}"/>
                </a:ext>
              </a:extLst>
            </p:cNvPr>
            <p:cNvSpPr txBox="1"/>
            <p:nvPr/>
          </p:nvSpPr>
          <p:spPr bwMode="auto">
            <a:xfrm>
              <a:off x="79619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60586AA2-8A1A-A8C4-0117-98F7E43D16B8}"/>
              </a:ext>
            </a:extLst>
          </p:cNvPr>
          <p:cNvGrpSpPr/>
          <p:nvPr userDrawn="1"/>
        </p:nvGrpSpPr>
        <p:grpSpPr>
          <a:xfrm>
            <a:off x="7961951" y="3292514"/>
            <a:ext cx="1908208" cy="1428244"/>
            <a:chOff x="7961951" y="3292514"/>
            <a:chExt cx="1908208" cy="1428244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C137FA2-CE0C-F31C-1B27-0F490F200B49}"/>
                </a:ext>
              </a:extLst>
            </p:cNvPr>
            <p:cNvSpPr txBox="1"/>
            <p:nvPr/>
          </p:nvSpPr>
          <p:spPr bwMode="auto">
            <a:xfrm>
              <a:off x="79619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ИТУ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4F3AC6B-F15E-28CF-C186-CDC3FA329249}"/>
                </a:ext>
              </a:extLst>
            </p:cNvPr>
            <p:cNvSpPr txBox="1"/>
            <p:nvPr/>
          </p:nvSpPr>
          <p:spPr bwMode="auto">
            <a:xfrm>
              <a:off x="79619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1EE4CB2-9FE0-A128-4789-CB4879F64E77}"/>
                </a:ext>
              </a:extLst>
            </p:cNvPr>
            <p:cNvSpPr txBox="1"/>
            <p:nvPr/>
          </p:nvSpPr>
          <p:spPr bwMode="auto">
            <a:xfrm>
              <a:off x="79619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B30C8409-B562-203F-974C-71E9FCD222ED}"/>
              </a:ext>
            </a:extLst>
          </p:cNvPr>
          <p:cNvGrpSpPr/>
          <p:nvPr userDrawn="1"/>
        </p:nvGrpSpPr>
        <p:grpSpPr>
          <a:xfrm>
            <a:off x="10197151" y="1695943"/>
            <a:ext cx="1908208" cy="1428244"/>
            <a:chOff x="10197151" y="1695943"/>
            <a:chExt cx="1908208" cy="1428244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538F584-919F-A539-1A91-88D508BDB14F}"/>
                </a:ext>
              </a:extLst>
            </p:cNvPr>
            <p:cNvSpPr txBox="1"/>
            <p:nvPr/>
          </p:nvSpPr>
          <p:spPr bwMode="auto">
            <a:xfrm>
              <a:off x="101971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ИПТИП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806434A-E8F0-1726-C8A2-DDD43FC43014}"/>
                </a:ext>
              </a:extLst>
            </p:cNvPr>
            <p:cNvSpPr txBox="1"/>
            <p:nvPr/>
          </p:nvSpPr>
          <p:spPr bwMode="auto">
            <a:xfrm>
              <a:off x="101971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DCE93B8-0A50-BC58-75FA-D0ECB9A38EDA}"/>
                </a:ext>
              </a:extLst>
            </p:cNvPr>
            <p:cNvSpPr txBox="1"/>
            <p:nvPr/>
          </p:nvSpPr>
          <p:spPr bwMode="auto">
            <a:xfrm>
              <a:off x="101971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4" name="Группа 93">
            <a:extLst>
              <a:ext uri="{FF2B5EF4-FFF2-40B4-BE49-F238E27FC236}">
                <a16:creationId xmlns:a16="http://schemas.microsoft.com/office/drawing/2014/main" id="{16BB9014-AD94-E7AB-7475-4DAB00CFDE54}"/>
              </a:ext>
            </a:extLst>
          </p:cNvPr>
          <p:cNvGrpSpPr/>
          <p:nvPr userDrawn="1"/>
        </p:nvGrpSpPr>
        <p:grpSpPr>
          <a:xfrm>
            <a:off x="10197151" y="3292514"/>
            <a:ext cx="1908208" cy="1428244"/>
            <a:chOff x="10197151" y="3292514"/>
            <a:chExt cx="1908208" cy="1428244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42CF7F2-B0D8-4478-59CD-6B6DA04C229C}"/>
                </a:ext>
              </a:extLst>
            </p:cNvPr>
            <p:cNvSpPr txBox="1"/>
            <p:nvPr/>
          </p:nvSpPr>
          <p:spPr bwMode="auto">
            <a:xfrm>
              <a:off x="101971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ПИШ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DB3592E-A3D8-48F5-B38E-8E8C9DA29B8A}"/>
                </a:ext>
              </a:extLst>
            </p:cNvPr>
            <p:cNvSpPr txBox="1"/>
            <p:nvPr/>
          </p:nvSpPr>
          <p:spPr bwMode="auto">
            <a:xfrm>
              <a:off x="101971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4E4CCD2-9641-9093-B158-D6D77B28C1EC}"/>
                </a:ext>
              </a:extLst>
            </p:cNvPr>
            <p:cNvSpPr txBox="1"/>
            <p:nvPr/>
          </p:nvSpPr>
          <p:spPr bwMode="auto">
            <a:xfrm>
              <a:off x="101971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5273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6252365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83" imgH="384" progId="TCLayout.ActiveDocument.1">
                  <p:embed/>
                </p:oleObj>
              </mc:Choice>
              <mc:Fallback>
                <p:oleObj name="Слайд think-cell" r:id="rId4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7662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2" y="57633"/>
            <a:ext cx="10398685" cy="738664"/>
          </a:xfrm>
        </p:spPr>
        <p:txBody>
          <a:bodyPr vert="horz"/>
          <a:lstStyle>
            <a:lvl1pPr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D7B313A-88B8-A61C-4F29-7D43114C4231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1DACADF0-0939-1B87-077C-5A34D2F4B857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7519E1CD-9C37-7A7C-EEAD-092DB924E6D7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7E8ED138-AD2E-F079-75D6-EA1210EB50EA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61871B15-0202-A6C0-1E3F-A81694FFF07F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9CA9B1CC-3FA7-5527-296A-D4527FCC27D2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C125FED9-E576-E9BB-E4E8-99EF20082B71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1AC10B5C-A85E-AB93-0C9D-8C25E979DE06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7EBB5580-A62F-5E59-D69D-F586D0A510E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6A17F40-117E-7C58-781A-C14244E75F7A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A948B37B-E5F2-F4B5-4F24-A7302BB3E631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3336356-F26D-0616-AE07-C6472B7074AA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6991E8EB-E13F-AE58-4002-3287FD2DB95C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A2FAC956-08FD-78F7-244F-450B9C9A407D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EE8B3BD1-4195-555E-5DF2-05B4811E8C43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4C9407CE-B8D9-1658-23D6-527EB9CA5782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B4C725A1-7B76-C7AF-DAFD-F56B411D9D7C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6F934ED-3E65-9D2B-659E-046F1F74D021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F1A90D15-0F82-DE6C-E235-9AA393D63D6E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9CA0F461-83E7-3688-5562-93870670B7E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71654210-FE70-3EB8-6DF1-92C7D56FB76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6A408DB-2BE5-A112-9705-6F9D50078ECD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A15D4BF5-3277-1E06-08AB-64D4CC91D5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7662" y="1981200"/>
            <a:ext cx="5573272" cy="4344987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None/>
              <a:tabLst/>
              <a:defRPr lang="ru-RU" sz="1200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  <p:sp>
        <p:nvSpPr>
          <p:cNvPr id="32" name="Рисунок 31">
            <a:extLst>
              <a:ext uri="{FF2B5EF4-FFF2-40B4-BE49-F238E27FC236}">
                <a16:creationId xmlns:a16="http://schemas.microsoft.com/office/drawing/2014/main" id="{EAB9AAC3-2441-6141-7934-D614A4BDA9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97053" y="1268413"/>
            <a:ext cx="5559985" cy="5057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3" name="Текст 42">
            <a:extLst>
              <a:ext uri="{FF2B5EF4-FFF2-40B4-BE49-F238E27FC236}">
                <a16:creationId xmlns:a16="http://schemas.microsoft.com/office/drawing/2014/main" id="{22CB83DB-F4CD-FCF4-4035-DEE6B61CD8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7662" y="1268413"/>
            <a:ext cx="557327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902917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 с несколькими изображени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Рисунок 31">
            <a:extLst>
              <a:ext uri="{FF2B5EF4-FFF2-40B4-BE49-F238E27FC236}">
                <a16:creationId xmlns:a16="http://schemas.microsoft.com/office/drawing/2014/main" id="{EAB9AAC3-2441-6141-7934-D614A4BDA9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15955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1" name="Рисунок 31">
            <a:extLst>
              <a:ext uri="{FF2B5EF4-FFF2-40B4-BE49-F238E27FC236}">
                <a16:creationId xmlns:a16="http://schemas.microsoft.com/office/drawing/2014/main" id="{09B8CC64-1014-AA5D-B170-6179904D8B6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268181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5" name="Рисунок 31">
            <a:extLst>
              <a:ext uri="{FF2B5EF4-FFF2-40B4-BE49-F238E27FC236}">
                <a16:creationId xmlns:a16="http://schemas.microsoft.com/office/drawing/2014/main" id="{9B5CBFD1-417E-633A-263C-DC1B901FD88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620407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6" name="Рисунок 31">
            <a:extLst>
              <a:ext uri="{FF2B5EF4-FFF2-40B4-BE49-F238E27FC236}">
                <a16:creationId xmlns:a16="http://schemas.microsoft.com/office/drawing/2014/main" id="{4EC16751-3192-3D51-DE20-8F8624B78E3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15955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7" name="Рисунок 31">
            <a:extLst>
              <a:ext uri="{FF2B5EF4-FFF2-40B4-BE49-F238E27FC236}">
                <a16:creationId xmlns:a16="http://schemas.microsoft.com/office/drawing/2014/main" id="{26C0FBA2-A76F-CACA-8B8E-247E6623D84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268181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8" name="Рисунок 31">
            <a:extLst>
              <a:ext uri="{FF2B5EF4-FFF2-40B4-BE49-F238E27FC236}">
                <a16:creationId xmlns:a16="http://schemas.microsoft.com/office/drawing/2014/main" id="{1614C6F1-ACAB-BC72-081B-71DF21A26C0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620407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6252365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83" imgH="384" progId="TCLayout.ActiveDocument.1">
                  <p:embed/>
                </p:oleObj>
              </mc:Choice>
              <mc:Fallback>
                <p:oleObj name="Слайд think-cell" r:id="rId4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7662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2" y="57633"/>
            <a:ext cx="10398685" cy="738664"/>
          </a:xfrm>
        </p:spPr>
        <p:txBody>
          <a:bodyPr vert="horz"/>
          <a:lstStyle>
            <a:lvl1pPr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D7B313A-88B8-A61C-4F29-7D43114C4231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1DACADF0-0939-1B87-077C-5A34D2F4B857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7519E1CD-9C37-7A7C-EEAD-092DB924E6D7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7E8ED138-AD2E-F079-75D6-EA1210EB50EA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61871B15-0202-A6C0-1E3F-A81694FFF07F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9CA9B1CC-3FA7-5527-296A-D4527FCC27D2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C125FED9-E576-E9BB-E4E8-99EF20082B71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1AC10B5C-A85E-AB93-0C9D-8C25E979DE06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7EBB5580-A62F-5E59-D69D-F586D0A510E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6A17F40-117E-7C58-781A-C14244E75F7A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A948B37B-E5F2-F4B5-4F24-A7302BB3E631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3336356-F26D-0616-AE07-C6472B7074AA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6991E8EB-E13F-AE58-4002-3287FD2DB95C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A2FAC956-08FD-78F7-244F-450B9C9A407D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EE8B3BD1-4195-555E-5DF2-05B4811E8C43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4C9407CE-B8D9-1658-23D6-527EB9CA5782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B4C725A1-7B76-C7AF-DAFD-F56B411D9D7C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6F934ED-3E65-9D2B-659E-046F1F74D021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F1A90D15-0F82-DE6C-E235-9AA393D63D6E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9CA0F461-83E7-3688-5562-93870670B7E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71654210-FE70-3EB8-6DF1-92C7D56FB76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6A408DB-2BE5-A112-9705-6F9D50078ECD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A15D4BF5-3277-1E06-08AB-64D4CC91D5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7662" y="2362486"/>
            <a:ext cx="1798636" cy="394624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None/>
              <a:tabLst/>
              <a:defRPr lang="ru-RU" sz="1200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  <p:sp>
        <p:nvSpPr>
          <p:cNvPr id="43" name="Текст 42">
            <a:extLst>
              <a:ext uri="{FF2B5EF4-FFF2-40B4-BE49-F238E27FC236}">
                <a16:creationId xmlns:a16="http://schemas.microsoft.com/office/drawing/2014/main" id="{22CB83DB-F4CD-FCF4-4035-DEE6B61CD8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7662" y="1268413"/>
            <a:ext cx="17986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 в три или четыре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72280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 с диаграмм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6252365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83" imgH="384" progId="TCLayout.ActiveDocument.1">
                  <p:embed/>
                </p:oleObj>
              </mc:Choice>
              <mc:Fallback>
                <p:oleObj name="Слайд think-cell" r:id="rId4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7662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2" y="57633"/>
            <a:ext cx="10398685" cy="738664"/>
          </a:xfrm>
        </p:spPr>
        <p:txBody>
          <a:bodyPr vert="horz"/>
          <a:lstStyle>
            <a:lvl1pPr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D7B313A-88B8-A61C-4F29-7D43114C4231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1DACADF0-0939-1B87-077C-5A34D2F4B857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7519E1CD-9C37-7A7C-EEAD-092DB924E6D7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7E8ED138-AD2E-F079-75D6-EA1210EB50EA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61871B15-0202-A6C0-1E3F-A81694FFF07F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9CA9B1CC-3FA7-5527-296A-D4527FCC27D2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C125FED9-E576-E9BB-E4E8-99EF20082B71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1AC10B5C-A85E-AB93-0C9D-8C25E979DE06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7EBB5580-A62F-5E59-D69D-F586D0A510E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76A17F40-117E-7C58-781A-C14244E75F7A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A948B37B-E5F2-F4B5-4F24-A7302BB3E631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3336356-F26D-0616-AE07-C6472B7074AA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6991E8EB-E13F-AE58-4002-3287FD2DB95C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A2FAC956-08FD-78F7-244F-450B9C9A407D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EE8B3BD1-4195-555E-5DF2-05B4811E8C43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4C9407CE-B8D9-1658-23D6-527EB9CA5782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B4C725A1-7B76-C7AF-DAFD-F56B411D9D7C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6F934ED-3E65-9D2B-659E-046F1F74D021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F1A90D15-0F82-DE6C-E235-9AA393D63D6E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9CA0F461-83E7-3688-5562-93870670B7E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71654210-FE70-3EB8-6DF1-92C7D56FB76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6A408DB-2BE5-A112-9705-6F9D50078ECD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Текст 42">
            <a:extLst>
              <a:ext uri="{FF2B5EF4-FFF2-40B4-BE49-F238E27FC236}">
                <a16:creationId xmlns:a16="http://schemas.microsoft.com/office/drawing/2014/main" id="{22CB83DB-F4CD-FCF4-4035-DEE6B61CD8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062" y="1334591"/>
            <a:ext cx="32972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33" name="Диаграмма 32">
            <a:extLst>
              <a:ext uri="{FF2B5EF4-FFF2-40B4-BE49-F238E27FC236}">
                <a16:creationId xmlns:a16="http://schemas.microsoft.com/office/drawing/2014/main" id="{3193D7FF-F936-1513-611D-92D0000E559B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487364" y="2171699"/>
            <a:ext cx="3297236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2" name="Текст 42">
            <a:extLst>
              <a:ext uri="{FF2B5EF4-FFF2-40B4-BE49-F238E27FC236}">
                <a16:creationId xmlns:a16="http://schemas.microsoft.com/office/drawing/2014/main" id="{7C7995B2-4158-D9C5-5EBA-490974A8F7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2459" y="1334591"/>
            <a:ext cx="3322640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44" name="Диаграмма 32">
            <a:extLst>
              <a:ext uri="{FF2B5EF4-FFF2-40B4-BE49-F238E27FC236}">
                <a16:creationId xmlns:a16="http://schemas.microsoft.com/office/drawing/2014/main" id="{454AFEB0-C523-E0AC-19B8-8F2C4B3F54C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4449761" y="2171699"/>
            <a:ext cx="3322640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5" name="Текст 42">
            <a:extLst>
              <a:ext uri="{FF2B5EF4-FFF2-40B4-BE49-F238E27FC236}">
                <a16:creationId xmlns:a16="http://schemas.microsoft.com/office/drawing/2014/main" id="{8266E8BD-A19C-75D1-14C7-3CFD736284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12159" y="1334591"/>
            <a:ext cx="334804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46" name="Диаграмма 32">
            <a:extLst>
              <a:ext uri="{FF2B5EF4-FFF2-40B4-BE49-F238E27FC236}">
                <a16:creationId xmlns:a16="http://schemas.microsoft.com/office/drawing/2014/main" id="{1E973EA5-C3F0-C6AE-0E37-91D788932574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8399461" y="2171699"/>
            <a:ext cx="3348042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87452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Базовый слайд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6252365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83" imgH="384" progId="TCLayout.ActiveDocument.1">
                  <p:embed/>
                </p:oleObj>
              </mc:Choice>
              <mc:Fallback>
                <p:oleObj name="Слайд think-cell" r:id="rId4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6000" y="908725"/>
            <a:ext cx="10130208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9549"/>
            <a:ext cx="10130208" cy="738664"/>
          </a:xfrm>
        </p:spPr>
        <p:txBody>
          <a:bodyPr vert="horz" tIns="0">
            <a:noAutofit/>
          </a:bodyPr>
          <a:lstStyle>
            <a:lvl1pPr>
              <a:defRPr b="1"/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8CEC27A-EEA0-74F3-23B3-E404CDDEE8BF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9F546DF0-EDA6-05A6-95BD-D8D7F2DDC7AE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49EDD336-8378-E8CD-49EA-E3DB8DCA413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>
              <a:extLst>
                <a:ext uri="{FF2B5EF4-FFF2-40B4-BE49-F238E27FC236}">
                  <a16:creationId xmlns:a16="http://schemas.microsoft.com/office/drawing/2014/main" id="{F77ABE57-59E9-4ECE-EFDA-D7D45955B0F2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C8BD4189-914F-279F-3C8C-B61A0FE04619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93C3FF6E-3A63-D808-387C-4130E2EC5E12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568416AB-42B1-23AA-100D-B16B9FF74681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C8FAA632-A5BF-9BA4-6953-D236BB03012A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840CBAEA-1AB8-0F95-C9F1-EBA55C3DD67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C1DE90E1-0C7B-2889-A70D-E8516FDC1DB4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BA189F46-2001-F898-0C9F-902955DADEBF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61081FB-6127-D9AB-F33F-B6CE6163C5D4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60E56207-0C82-5E68-66EF-061AD41A97D7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8AD7DBF2-4573-470A-2705-84057912C9DA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2B968E0A-071C-AA16-53A1-5F1FB2F2D309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A89517BF-06CE-8DAD-8218-4B2311DB5067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D6AFB0E0-F5E7-9579-D5C2-37584750B813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C5E015F1-E143-5885-6FE9-E59F78239EA2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D70DC295-C7F9-9A4B-4295-CFF841573522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>
              <a:extLst>
                <a:ext uri="{FF2B5EF4-FFF2-40B4-BE49-F238E27FC236}">
                  <a16:creationId xmlns:a16="http://schemas.microsoft.com/office/drawing/2014/main" id="{EE27FDB9-E915-3F14-D915-8287D229241D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3648C736-BB15-2976-5590-62A0F4A8465E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048E1BFE-0567-CAC9-0535-0244F2E94232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0988078F-A5F0-3104-464F-6C40B9AC63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144000" indent="-1440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</p:spTree>
    <p:extLst>
      <p:ext uri="{BB962C8B-B14F-4D97-AF65-F5344CB8AC3E}">
        <p14:creationId xmlns:p14="http://schemas.microsoft.com/office/powerpoint/2010/main" val="3270341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езю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0608147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83" imgH="384" progId="TCLayout.ActiveDocument.1">
                  <p:embed/>
                </p:oleObj>
              </mc:Choice>
              <mc:Fallback>
                <p:oleObj name="Слайд think-cell" r:id="rId3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9438074-C611-405F-9765-A715E1D9BD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144000" indent="-144000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D24BF82-CB67-4FDB-8EB0-B1ED798666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99" y="908725"/>
            <a:ext cx="1035627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999" y="62211"/>
            <a:ext cx="10356275" cy="738664"/>
          </a:xfrm>
        </p:spPr>
        <p:txBody>
          <a:bodyPr vert="horz"/>
          <a:lstStyle>
            <a:lvl1pPr>
              <a:defRPr/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F4152DF-F7F9-4E67-334B-B3B846CB95AA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8B22661F-66FE-4E11-3CBE-FED084C1E6CA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7A2C1BA-EC04-E5EF-AC26-3B86C40D308E}"/>
              </a:ext>
            </a:extLst>
          </p:cNvPr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70B0A5C3-FB4B-F9E6-16F5-9C9294BBBE18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559D51AE-A6F4-7648-728B-5AC155931ADB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8" name="Рисунок 56">
              <a:extLst>
                <a:ext uri="{FF2B5EF4-FFF2-40B4-BE49-F238E27FC236}">
                  <a16:creationId xmlns:a16="http://schemas.microsoft.com/office/drawing/2014/main" id="{31B33E03-B236-FD4A-19F1-47E7C6ED8908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id="{8BCA047B-0363-DEC0-FC22-62080FDBC907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EC409C74-CCB7-0DFB-1D1C-67356BB6FD21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>
              <a:extLst>
                <a:ext uri="{FF2B5EF4-FFF2-40B4-BE49-F238E27FC236}">
                  <a16:creationId xmlns:a16="http://schemas.microsoft.com/office/drawing/2014/main" id="{A8879918-6E49-CF6C-6FBE-F3A6F89E6B53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EE919964-F81D-0245-F92B-8B6D734141A9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80377AE0-5D26-6C98-70E3-97A4A07A5DE7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19761D9C-307A-F526-761D-6D256EFDB501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3AF3A38C-F9BF-C464-96FB-5DCD6570E726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0BF0D22A-FFBF-50AD-F327-4FE88B049FA6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>
                <a:extLst>
                  <a:ext uri="{FF2B5EF4-FFF2-40B4-BE49-F238E27FC236}">
                    <a16:creationId xmlns:a16="http://schemas.microsoft.com/office/drawing/2014/main" id="{3D5E6C60-CF32-09DD-41B6-8DF1A4A30F34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0BD67A90-CB83-0736-8A83-ADAC3EAB8DD8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>
                <a:extLst>
                  <a:ext uri="{FF2B5EF4-FFF2-40B4-BE49-F238E27FC236}">
                    <a16:creationId xmlns:a16="http://schemas.microsoft.com/office/drawing/2014/main" id="{D8A65672-3C40-752E-CEA4-19105EE4A4CE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>
                <a:extLst>
                  <a:ext uri="{FF2B5EF4-FFF2-40B4-BE49-F238E27FC236}">
                    <a16:creationId xmlns:a16="http://schemas.microsoft.com/office/drawing/2014/main" id="{146DB99E-E2C1-72A5-E5F9-A86F0C01B47B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2AC1144A-CF19-5B10-BA6E-8BF6B32C032E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F1A6BD1D-FC27-14C3-6AC3-CBDC17DC0CEF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EB6AC86F-6DE8-45ED-F40A-55071BD9D702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43E8C9ED-02EC-54CC-BF0D-E77C83826B36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7" name="Полилиния: фигура 16">
                <a:extLst>
                  <a:ext uri="{FF2B5EF4-FFF2-40B4-BE49-F238E27FC236}">
                    <a16:creationId xmlns:a16="http://schemas.microsoft.com/office/drawing/2014/main" id="{72E81DBA-E6D7-12B6-6323-E5D43EEBBFF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: фигура 17">
                <a:extLst>
                  <a:ext uri="{FF2B5EF4-FFF2-40B4-BE49-F238E27FC236}">
                    <a16:creationId xmlns:a16="http://schemas.microsoft.com/office/drawing/2014/main" id="{7BABD068-F9E2-A7FA-EE87-062307EA7E0D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38811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Обложка Фрязи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B792BC4-E3AF-1BF7-D84E-4CD12FDE83C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1081227">
            <a:off x="8502882" y="3391156"/>
            <a:ext cx="4641366" cy="464394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F1BB96-1318-75DA-6B46-52BEB6BBE77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6831815">
            <a:off x="1014341" y="849053"/>
            <a:ext cx="4090820" cy="409309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4B8F661-5A91-0753-01DA-658F5E43C2A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65187" y="3055203"/>
            <a:ext cx="6848452" cy="738045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6" imgW="383" imgH="384" progId="TCLayout.ActiveDocument.1">
                  <p:embed/>
                </p:oleObj>
              </mc:Choice>
              <mc:Fallback>
                <p:oleObj name="Слайд think-cell" r:id="rId6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ED2E211F-BDCE-097A-80FB-547B32C98816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7FA030-DE53-C4A9-1A86-A8DA88495C71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91022C-F974-7F2E-2F53-C14C7F4954D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695F5D9-44C1-3B60-615E-CFC891B9F261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C79C2545-29FF-13DC-A65B-19AA811039C5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0B08617-615B-3ABE-6A74-081501EC3C9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>
              <a:extLst>
                <a:ext uri="{FF2B5EF4-FFF2-40B4-BE49-F238E27FC236}">
                  <a16:creationId xmlns:a16="http://schemas.microsoft.com/office/drawing/2014/main" id="{F4368F59-0108-D04D-1716-A83FC54A6A2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7DADD4D8-5099-9617-34F0-96F4F38E6D1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CDF60C9C-4E91-BE00-438C-E4CEAA36CB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>
              <a:extLst>
                <a:ext uri="{FF2B5EF4-FFF2-40B4-BE49-F238E27FC236}">
                  <a16:creationId xmlns:a16="http://schemas.microsoft.com/office/drawing/2014/main" id="{D9B4FF06-310F-AE66-AE11-ACA8C9AD101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E1E08A2-DD1B-DDDE-CAAA-241A1E86EA5C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3B62BDB4-89A2-8C10-81AA-998F517A2E7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8C24985-F865-D103-1F8F-D46BAA92B55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C4652D0E-9DF3-BA1C-DE91-DAD60C9F1430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93006A27-860F-248F-9814-8512773B0DE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A9733C3A-E31B-0594-3DD4-0527A6826B1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05B77A01-23DE-7A1F-3638-E0813202AF3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342378B2-8AE3-A9DF-7867-251050A1759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5E49CF6E-6F4D-EE30-901E-E10F3773A20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44479FC0-E90C-DA10-9A9B-6ACFDC267067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8005DDCD-971A-276A-0FEA-6D451E511519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5D978D67-6A25-BDE4-D9A0-B053B9D685CD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>
              <a:extLst>
                <a:ext uri="{FF2B5EF4-FFF2-40B4-BE49-F238E27FC236}">
                  <a16:creationId xmlns:a16="http://schemas.microsoft.com/office/drawing/2014/main" id="{479A0604-6FE9-EEDA-46A5-D02D0FEB079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411DCD52-C7F6-B252-176F-1A8AD8457E69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F125F088-BCB1-B90A-5B08-496F34B06683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>
            <a:extLst>
              <a:ext uri="{FF2B5EF4-FFF2-40B4-BE49-F238E27FC236}">
                <a16:creationId xmlns:a16="http://schemas.microsoft.com/office/drawing/2014/main" id="{BD488EE1-A7E2-B85A-3B52-F3A3E06554F9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B2C0BE0-A349-5D51-A09E-68A846B73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263898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65EEBC62-4664-9B12-6070-EA2FAB5058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3190819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2355975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6" userDrawn="1">
          <p15:clr>
            <a:srgbClr val="FBAE40"/>
          </p15:clr>
        </p15:guide>
        <p15:guide id="2" pos="461">
          <p15:clr>
            <a:srgbClr val="FBAE40"/>
          </p15:clr>
        </p15:guide>
        <p15:guide id="3" pos="150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Обложка И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83" imgH="384" progId="TCLayout.ActiveDocument.1">
                  <p:embed/>
                </p:oleObj>
              </mc:Choice>
              <mc:Fallback>
                <p:oleObj name="Слайд think-cell" r:id="rId4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01BDE66-80EF-BB2F-983E-69F2D5625EE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63081" y="3063081"/>
            <a:ext cx="6858000" cy="731838"/>
          </a:xfrm>
          <a:prstGeom prst="rect">
            <a:avLst/>
          </a:prstGeom>
        </p:spPr>
      </p:pic>
      <p:sp>
        <p:nvSpPr>
          <p:cNvPr id="24" name="Полилиния: фигура 23">
            <a:extLst>
              <a:ext uri="{FF2B5EF4-FFF2-40B4-BE49-F238E27FC236}">
                <a16:creationId xmlns:a16="http://schemas.microsoft.com/office/drawing/2014/main" id="{B44C4084-F0C8-D52C-F4F0-E13DA0371F6E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8165082-B402-FBF1-8493-E760EB9C13B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54" t="3254" r="3254" b="3254"/>
          <a:stretch/>
        </p:blipFill>
        <p:spPr>
          <a:xfrm rot="10800000">
            <a:off x="8624047" y="3464325"/>
            <a:ext cx="4707676" cy="4707675"/>
          </a:xfrm>
          <a:prstGeom prst="ellipse">
            <a:avLst/>
          </a:prstGeom>
          <a:noFill/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0F32C4C-75B5-D2AE-B652-1BFEC616D7F8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549036A-B5C8-576D-14E3-8F25CCC13944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E92C181B-7B5F-C143-24C5-89C4470B4AE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54" t="3254" r="3254" b="3254"/>
          <a:stretch/>
        </p:blipFill>
        <p:spPr>
          <a:xfrm rot="7837172">
            <a:off x="1128220" y="896378"/>
            <a:ext cx="3912558" cy="3912558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791E554D-FDCF-8577-4AEF-6A000D5D31D1}"/>
              </a:ext>
            </a:extLst>
          </p:cNvPr>
          <p:cNvSpPr txBox="1">
            <a:spLocks/>
          </p:cNvSpPr>
          <p:nvPr userDrawn="1"/>
        </p:nvSpPr>
        <p:spPr>
          <a:xfrm>
            <a:off x="2402922" y="345340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7E4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искусственного интеллекта</a:t>
            </a:r>
          </a:p>
        </p:txBody>
      </p: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D752CB76-5D6E-7C52-8D2B-AD4DD69A22C9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007E40"/>
          </a:solidFill>
        </p:grpSpPr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A53C8616-3388-F9A4-59CF-D64B988506B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Полилиния: фигура 39">
              <a:extLst>
                <a:ext uri="{FF2B5EF4-FFF2-40B4-BE49-F238E27FC236}">
                  <a16:creationId xmlns:a16="http://schemas.microsoft.com/office/drawing/2014/main" id="{E9B88BBA-BB00-027D-4BFA-C7D57C517AA6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41" name="Рисунок 56">
              <a:extLst>
                <a:ext uri="{FF2B5EF4-FFF2-40B4-BE49-F238E27FC236}">
                  <a16:creationId xmlns:a16="http://schemas.microsoft.com/office/drawing/2014/main" id="{6C60E55D-E802-7E14-7E4A-FCFA9A8B7D01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65" name="Полилиния: фигура 64">
                <a:extLst>
                  <a:ext uri="{FF2B5EF4-FFF2-40B4-BE49-F238E27FC236}">
                    <a16:creationId xmlns:a16="http://schemas.microsoft.com/office/drawing/2014/main" id="{E9B5F3CD-1D3E-8367-9C6F-408D8A42A4BA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>
                <a:extLst>
                  <a:ext uri="{FF2B5EF4-FFF2-40B4-BE49-F238E27FC236}">
                    <a16:creationId xmlns:a16="http://schemas.microsoft.com/office/drawing/2014/main" id="{427E8508-7BF4-1C0D-1594-E1213924EA58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>
              <a:extLst>
                <a:ext uri="{FF2B5EF4-FFF2-40B4-BE49-F238E27FC236}">
                  <a16:creationId xmlns:a16="http://schemas.microsoft.com/office/drawing/2014/main" id="{F6173027-0C90-89F3-6583-04BA9DB507BF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63" name="Полилиния: фигура 62">
                <a:extLst>
                  <a:ext uri="{FF2B5EF4-FFF2-40B4-BE49-F238E27FC236}">
                    <a16:creationId xmlns:a16="http://schemas.microsoft.com/office/drawing/2014/main" id="{147AF6CD-0CE0-00DC-9335-C9AC633F36A2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>
                <a:extLst>
                  <a:ext uri="{FF2B5EF4-FFF2-40B4-BE49-F238E27FC236}">
                    <a16:creationId xmlns:a16="http://schemas.microsoft.com/office/drawing/2014/main" id="{FC9353DF-FD72-A5CE-0272-6971D633774B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3" name="Полилиния: фигура 42">
              <a:extLst>
                <a:ext uri="{FF2B5EF4-FFF2-40B4-BE49-F238E27FC236}">
                  <a16:creationId xmlns:a16="http://schemas.microsoft.com/office/drawing/2014/main" id="{83BDF219-1997-F366-5101-3A2FC9E10F7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44" name="Рисунок 56">
              <a:extLst>
                <a:ext uri="{FF2B5EF4-FFF2-40B4-BE49-F238E27FC236}">
                  <a16:creationId xmlns:a16="http://schemas.microsoft.com/office/drawing/2014/main" id="{8224236B-CE42-46B1-4BC9-008468DAA402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61" name="Полилиния: фигура 60">
                <a:extLst>
                  <a:ext uri="{FF2B5EF4-FFF2-40B4-BE49-F238E27FC236}">
                    <a16:creationId xmlns:a16="http://schemas.microsoft.com/office/drawing/2014/main" id="{15111378-4F42-10A5-30F1-831EFABDA013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>
                <a:extLst>
                  <a:ext uri="{FF2B5EF4-FFF2-40B4-BE49-F238E27FC236}">
                    <a16:creationId xmlns:a16="http://schemas.microsoft.com/office/drawing/2014/main" id="{146F8166-C40A-D008-1F68-0A66C996B575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Рисунок 56">
              <a:extLst>
                <a:ext uri="{FF2B5EF4-FFF2-40B4-BE49-F238E27FC236}">
                  <a16:creationId xmlns:a16="http://schemas.microsoft.com/office/drawing/2014/main" id="{92F09A73-1CF3-2D19-1AA3-97A80EBD37C9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59" name="Полилиния: фигура 58">
                <a:extLst>
                  <a:ext uri="{FF2B5EF4-FFF2-40B4-BE49-F238E27FC236}">
                    <a16:creationId xmlns:a16="http://schemas.microsoft.com/office/drawing/2014/main" id="{434B2E6A-3B25-AAC5-90D7-787F31A4E4C0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>
                <a:extLst>
                  <a:ext uri="{FF2B5EF4-FFF2-40B4-BE49-F238E27FC236}">
                    <a16:creationId xmlns:a16="http://schemas.microsoft.com/office/drawing/2014/main" id="{072A843A-DCB3-68C2-5F1E-8DA68C498377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Рисунок 56">
              <a:extLst>
                <a:ext uri="{FF2B5EF4-FFF2-40B4-BE49-F238E27FC236}">
                  <a16:creationId xmlns:a16="http://schemas.microsoft.com/office/drawing/2014/main" id="{54BB8955-A786-32D0-6688-50CF4ED4B053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56" name="Полилиния: фигура 55">
                <a:extLst>
                  <a:ext uri="{FF2B5EF4-FFF2-40B4-BE49-F238E27FC236}">
                    <a16:creationId xmlns:a16="http://schemas.microsoft.com/office/drawing/2014/main" id="{D8613C4D-7F52-6AD3-CC84-844CE0C5786F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>
                <a:extLst>
                  <a:ext uri="{FF2B5EF4-FFF2-40B4-BE49-F238E27FC236}">
                    <a16:creationId xmlns:a16="http://schemas.microsoft.com/office/drawing/2014/main" id="{B6A5D7DE-31DD-7214-FF0E-5099F67C7072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Рисунок 56">
              <a:extLst>
                <a:ext uri="{FF2B5EF4-FFF2-40B4-BE49-F238E27FC236}">
                  <a16:creationId xmlns:a16="http://schemas.microsoft.com/office/drawing/2014/main" id="{A1D0437D-BAF4-6C33-E449-31A29EA1DEE4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54" name="Полилиния: фигура 53">
                <a:extLst>
                  <a:ext uri="{FF2B5EF4-FFF2-40B4-BE49-F238E27FC236}">
                    <a16:creationId xmlns:a16="http://schemas.microsoft.com/office/drawing/2014/main" id="{EE26D800-655E-0122-61F3-AB2E58E19C24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>
                <a:extLst>
                  <a:ext uri="{FF2B5EF4-FFF2-40B4-BE49-F238E27FC236}">
                    <a16:creationId xmlns:a16="http://schemas.microsoft.com/office/drawing/2014/main" id="{3BCFBE5A-1A1B-C738-66C9-8849B1CDDB2A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67" name="Title 1">
            <a:extLst>
              <a:ext uri="{FF2B5EF4-FFF2-40B4-BE49-F238E27FC236}">
                <a16:creationId xmlns:a16="http://schemas.microsoft.com/office/drawing/2014/main" id="{B2C82360-7244-3598-1BC2-AAAA042F1FFC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0D42AC-7F45-9FE7-F893-2D0CB5BB95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007E4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4134C208-9BD0-4A1C-04FD-5113CB868D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3707791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Обложка ИТХ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74A03A41-5C22-C67D-7662-32524FB8C9D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477002" y="3355995"/>
            <a:ext cx="4906469" cy="4906469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1D08960C-7ECC-7C65-3DB9-248004A0538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100000">
            <a:off x="1001072" y="859614"/>
            <a:ext cx="4040729" cy="4040729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75A8708A-4278-6688-44C8-7CFF73E319E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59910" y="3059908"/>
            <a:ext cx="6858005" cy="738181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6" imgW="383" imgH="384" progId="TCLayout.ActiveDocument.1">
                  <p:embed/>
                </p:oleObj>
              </mc:Choice>
              <mc:Fallback>
                <p:oleObj name="Слайд think-cell" r:id="rId6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54E3E576-D9D3-C263-7E7E-0F570DFD7114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3FA44A7-EA6F-2DF3-6F00-E714B70BD2D3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4DE1C20-8CBA-D2E2-FCCD-E5808EDC623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C18FEF8-02B9-FE36-05F3-AA9DFAA07617}"/>
              </a:ext>
            </a:extLst>
          </p:cNvPr>
          <p:cNvSpPr txBox="1">
            <a:spLocks/>
          </p:cNvSpPr>
          <p:nvPr userDrawn="1"/>
        </p:nvSpPr>
        <p:spPr>
          <a:xfrm>
            <a:off x="2402922" y="167207"/>
            <a:ext cx="4926206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тонких химических технологий имени М.В. Ломоносова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4BEA9458-545F-C100-B29D-EA37795BB314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B26397"/>
          </a:solidFill>
        </p:grpSpPr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ED7A6B79-6FB7-39CD-1E8B-F43D65C2B803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6FFB5EE1-1FD2-A466-BA08-24322F8AEDA5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4" name="Рисунок 56">
              <a:extLst>
                <a:ext uri="{FF2B5EF4-FFF2-40B4-BE49-F238E27FC236}">
                  <a16:creationId xmlns:a16="http://schemas.microsoft.com/office/drawing/2014/main" id="{5EF45080-5792-C733-0E6D-22D32396647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6A13F781-3079-E2B4-B647-3E7F79288EC2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27B4BE9E-4E38-4B77-6985-25E968389EA6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F4946AAB-3A9A-F3A2-F306-5AE395E0E23F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5FA87635-F344-F97E-1AE9-001A4783F668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7ED5D63-8D5D-EE30-4CEE-C1A3A0B493CD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3923D477-A957-BC08-B9DC-B3E4011D787C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1" name="Рисунок 56">
              <a:extLst>
                <a:ext uri="{FF2B5EF4-FFF2-40B4-BE49-F238E27FC236}">
                  <a16:creationId xmlns:a16="http://schemas.microsoft.com/office/drawing/2014/main" id="{88B063DB-A435-ED8B-09B4-648FB023F531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CF4A9E60-25CE-9D23-8578-373A3AFDCAA9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441E365D-C30E-4749-B759-DC685CEB4D33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>
              <a:extLst>
                <a:ext uri="{FF2B5EF4-FFF2-40B4-BE49-F238E27FC236}">
                  <a16:creationId xmlns:a16="http://schemas.microsoft.com/office/drawing/2014/main" id="{05C065B7-7E2E-EA4D-D899-9B2B01E008E7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FFE6A5C0-7041-EAC3-97A3-F3505AA9F525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DCA54F5F-AEB1-2619-CC23-40AA08E55DBD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>
              <a:extLst>
                <a:ext uri="{FF2B5EF4-FFF2-40B4-BE49-F238E27FC236}">
                  <a16:creationId xmlns:a16="http://schemas.microsoft.com/office/drawing/2014/main" id="{3E43326D-3072-0118-5706-2DDCD70D9561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3" name="Полилиния: фигура 42">
                <a:extLst>
                  <a:ext uri="{FF2B5EF4-FFF2-40B4-BE49-F238E27FC236}">
                    <a16:creationId xmlns:a16="http://schemas.microsoft.com/office/drawing/2014/main" id="{4BD38525-29D9-BE49-BB3A-216CABA27063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F57EFDC7-C017-9E8A-D4D8-EB1687917F2B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Рисунок 56">
              <a:extLst>
                <a:ext uri="{FF2B5EF4-FFF2-40B4-BE49-F238E27FC236}">
                  <a16:creationId xmlns:a16="http://schemas.microsoft.com/office/drawing/2014/main" id="{B48AFFED-E8A2-0547-760A-E3E47F06A53E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1" name="Полилиния: фигура 40">
                <a:extLst>
                  <a:ext uri="{FF2B5EF4-FFF2-40B4-BE49-F238E27FC236}">
                    <a16:creationId xmlns:a16="http://schemas.microsoft.com/office/drawing/2014/main" id="{3E1AC401-B34D-7489-3561-FFA895994D97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" name="Полилиния: фигура 41">
                <a:extLst>
                  <a:ext uri="{FF2B5EF4-FFF2-40B4-BE49-F238E27FC236}">
                    <a16:creationId xmlns:a16="http://schemas.microsoft.com/office/drawing/2014/main" id="{FB330E4A-C62F-2D88-F70E-DB32B0D0051F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" name="Title 1">
            <a:extLst>
              <a:ext uri="{FF2B5EF4-FFF2-40B4-BE49-F238E27FC236}">
                <a16:creationId xmlns:a16="http://schemas.microsoft.com/office/drawing/2014/main" id="{25C8BB14-4584-5F05-A560-8E9A954A1157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AF6E27-8F15-133E-88C3-830C531571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B26397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4E3B7FF7-60FF-4B71-3786-AE3168659F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939998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Обложка ИИ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38F368DB-69E3-EF1A-B075-875750E1235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491665" y="3340993"/>
            <a:ext cx="4799122" cy="4799122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EDE93CCA-4D22-9432-327A-B4D6DC618D0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200000">
            <a:off x="1033343" y="734497"/>
            <a:ext cx="4188739" cy="4188739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C97F2E05-D693-CAB9-675D-B196221EB58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66699" y="3066702"/>
            <a:ext cx="6865242" cy="731838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6" imgW="383" imgH="384" progId="TCLayout.ActiveDocument.1">
                  <p:embed/>
                </p:oleObj>
              </mc:Choice>
              <mc:Fallback>
                <p:oleObj name="Слайд think-cell" r:id="rId6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55" name="Полилиния: фигура 54">
            <a:extLst>
              <a:ext uri="{FF2B5EF4-FFF2-40B4-BE49-F238E27FC236}">
                <a16:creationId xmlns:a16="http://schemas.microsoft.com/office/drawing/2014/main" id="{ADA4CBDF-403A-9D86-B1FA-C352F47C3615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ACEF9FC1-CC17-73A3-2551-AAB9C2727FBB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9EA31181-B062-2386-FE02-4ABA628C39B3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0" name="Title 1">
            <a:extLst>
              <a:ext uri="{FF2B5EF4-FFF2-40B4-BE49-F238E27FC236}">
                <a16:creationId xmlns:a16="http://schemas.microsoft.com/office/drawing/2014/main" id="{9CB8167C-3712-978F-0DC6-EC42333C3ED5}"/>
              </a:ext>
            </a:extLst>
          </p:cNvPr>
          <p:cNvSpPr txBox="1">
            <a:spLocks/>
          </p:cNvSpPr>
          <p:nvPr userDrawn="1"/>
        </p:nvSpPr>
        <p:spPr>
          <a:xfrm>
            <a:off x="2402922" y="308975"/>
            <a:ext cx="5449174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706F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информационных технологий</a:t>
            </a:r>
          </a:p>
        </p:txBody>
      </p: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97BF43F7-3693-D2AF-7932-750E05198916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706F6F"/>
          </a:solidFill>
        </p:grpSpPr>
        <p:sp>
          <p:nvSpPr>
            <p:cNvPr id="62" name="Полилиния: фигура 61">
              <a:extLst>
                <a:ext uri="{FF2B5EF4-FFF2-40B4-BE49-F238E27FC236}">
                  <a16:creationId xmlns:a16="http://schemas.microsoft.com/office/drawing/2014/main" id="{B8E7F42D-1AC1-BF41-2957-904F8B8369F1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Полилиния: фигура 62">
              <a:extLst>
                <a:ext uri="{FF2B5EF4-FFF2-40B4-BE49-F238E27FC236}">
                  <a16:creationId xmlns:a16="http://schemas.microsoft.com/office/drawing/2014/main" id="{9C48F91F-F819-816F-A1E7-BA75D4CCE6F0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64" name="Рисунок 56">
              <a:extLst>
                <a:ext uri="{FF2B5EF4-FFF2-40B4-BE49-F238E27FC236}">
                  <a16:creationId xmlns:a16="http://schemas.microsoft.com/office/drawing/2014/main" id="{3033F049-0132-9C56-76AA-DCDE199EB5D0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81" name="Полилиния: фигура 80">
                <a:extLst>
                  <a:ext uri="{FF2B5EF4-FFF2-40B4-BE49-F238E27FC236}">
                    <a16:creationId xmlns:a16="http://schemas.microsoft.com/office/drawing/2014/main" id="{53EB3BED-5D7B-38CF-6946-E614EC81B880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82" name="Полилиния: фигура 81">
                <a:extLst>
                  <a:ext uri="{FF2B5EF4-FFF2-40B4-BE49-F238E27FC236}">
                    <a16:creationId xmlns:a16="http://schemas.microsoft.com/office/drawing/2014/main" id="{BAA0E85E-3C2D-0B82-5BFD-C7378F5B38DE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Рисунок 56">
              <a:extLst>
                <a:ext uri="{FF2B5EF4-FFF2-40B4-BE49-F238E27FC236}">
                  <a16:creationId xmlns:a16="http://schemas.microsoft.com/office/drawing/2014/main" id="{94C532F2-EB92-D49A-37D0-16E179B44E4B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79" name="Полилиния: фигура 78">
                <a:extLst>
                  <a:ext uri="{FF2B5EF4-FFF2-40B4-BE49-F238E27FC236}">
                    <a16:creationId xmlns:a16="http://schemas.microsoft.com/office/drawing/2014/main" id="{F5A4C96F-C67B-4A40-4DEE-1B94FAB0496D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80" name="Полилиния: фигура 79">
                <a:extLst>
                  <a:ext uri="{FF2B5EF4-FFF2-40B4-BE49-F238E27FC236}">
                    <a16:creationId xmlns:a16="http://schemas.microsoft.com/office/drawing/2014/main" id="{DB90A695-BBA5-3141-D31A-5C45C80B36DE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66" name="Полилиния: фигура 65">
              <a:extLst>
                <a:ext uri="{FF2B5EF4-FFF2-40B4-BE49-F238E27FC236}">
                  <a16:creationId xmlns:a16="http://schemas.microsoft.com/office/drawing/2014/main" id="{B3131E5A-0D29-C7C5-C68A-66C411740A9C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67" name="Рисунок 56">
              <a:extLst>
                <a:ext uri="{FF2B5EF4-FFF2-40B4-BE49-F238E27FC236}">
                  <a16:creationId xmlns:a16="http://schemas.microsoft.com/office/drawing/2014/main" id="{12E6E9C8-315E-9B7D-E1B1-EB9D5F7AD7C3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77" name="Полилиния: фигура 76">
                <a:extLst>
                  <a:ext uri="{FF2B5EF4-FFF2-40B4-BE49-F238E27FC236}">
                    <a16:creationId xmlns:a16="http://schemas.microsoft.com/office/drawing/2014/main" id="{E70D94EA-E768-6F70-DAAA-48285AEF3A05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8" name="Полилиния: фигура 77">
                <a:extLst>
                  <a:ext uri="{FF2B5EF4-FFF2-40B4-BE49-F238E27FC236}">
                    <a16:creationId xmlns:a16="http://schemas.microsoft.com/office/drawing/2014/main" id="{F6B99657-23D5-BD8F-400A-80D4557FDFFB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Рисунок 56">
              <a:extLst>
                <a:ext uri="{FF2B5EF4-FFF2-40B4-BE49-F238E27FC236}">
                  <a16:creationId xmlns:a16="http://schemas.microsoft.com/office/drawing/2014/main" id="{47D6D06C-06A2-95FA-3390-AE45C62FA070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75" name="Полилиния: фигура 74">
                <a:extLst>
                  <a:ext uri="{FF2B5EF4-FFF2-40B4-BE49-F238E27FC236}">
                    <a16:creationId xmlns:a16="http://schemas.microsoft.com/office/drawing/2014/main" id="{0B86737D-E6C0-6578-336B-08C45678D64B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6" name="Полилиния: фигура 75">
                <a:extLst>
                  <a:ext uri="{FF2B5EF4-FFF2-40B4-BE49-F238E27FC236}">
                    <a16:creationId xmlns:a16="http://schemas.microsoft.com/office/drawing/2014/main" id="{9A26E42F-0D0A-7C8A-7C4B-9D77B8C0A632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Рисунок 56">
              <a:extLst>
                <a:ext uri="{FF2B5EF4-FFF2-40B4-BE49-F238E27FC236}">
                  <a16:creationId xmlns:a16="http://schemas.microsoft.com/office/drawing/2014/main" id="{E6EF964B-9A7F-8BFE-4C7D-35D2D8B3BE70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73" name="Полилиния: фигура 72">
                <a:extLst>
                  <a:ext uri="{FF2B5EF4-FFF2-40B4-BE49-F238E27FC236}">
                    <a16:creationId xmlns:a16="http://schemas.microsoft.com/office/drawing/2014/main" id="{9AD2DA96-AA69-636E-6EF5-931956E12440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4" name="Полилиния: фигура 73">
                <a:extLst>
                  <a:ext uri="{FF2B5EF4-FFF2-40B4-BE49-F238E27FC236}">
                    <a16:creationId xmlns:a16="http://schemas.microsoft.com/office/drawing/2014/main" id="{28F878B7-23B5-40E2-4311-5DE3EE446512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Рисунок 56">
              <a:extLst>
                <a:ext uri="{FF2B5EF4-FFF2-40B4-BE49-F238E27FC236}">
                  <a16:creationId xmlns:a16="http://schemas.microsoft.com/office/drawing/2014/main" id="{A5ECE450-0D17-1520-F418-B0E90704EBB4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71" name="Полилиния: фигура 70">
                <a:extLst>
                  <a:ext uri="{FF2B5EF4-FFF2-40B4-BE49-F238E27FC236}">
                    <a16:creationId xmlns:a16="http://schemas.microsoft.com/office/drawing/2014/main" id="{5813CE46-6456-2F5B-5BE1-0BAD4ECBEEFC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2" name="Полилиния: фигура 71">
                <a:extLst>
                  <a:ext uri="{FF2B5EF4-FFF2-40B4-BE49-F238E27FC236}">
                    <a16:creationId xmlns:a16="http://schemas.microsoft.com/office/drawing/2014/main" id="{27C4D815-D4CA-2F1C-545E-9F0500FEC1C6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83" name="Title 1">
            <a:extLst>
              <a:ext uri="{FF2B5EF4-FFF2-40B4-BE49-F238E27FC236}">
                <a16:creationId xmlns:a16="http://schemas.microsoft.com/office/drawing/2014/main" id="{1E17717F-9A0D-5EE7-0DB6-2D4D27F83B3B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C8623-83CF-E1F5-5360-4E1653EE53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706F6F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3858DD5E-7A93-DE8B-CE53-8871D4756E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1740471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Обложка ИТ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664CEAF4-F143-B6D4-1AC0-5D9E1686872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497902" y="3338185"/>
            <a:ext cx="4833821" cy="4833816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A9BC37A9-5F14-8C61-DECA-ED7BF6C1760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200000">
            <a:off x="1025785" y="812650"/>
            <a:ext cx="4080016" cy="4080012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3F09465F-500C-2179-ADA3-9C6E9B38D09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68016" y="3058145"/>
            <a:ext cx="6857999" cy="741710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6" imgW="383" imgH="384" progId="TCLayout.ActiveDocument.1">
                  <p:embed/>
                </p:oleObj>
              </mc:Choice>
              <mc:Fallback>
                <p:oleObj name="Слайд think-cell" r:id="rId6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035DE222-BB13-BE43-A31F-82690ACC4B30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D9DEBCD-DB6E-FECE-B517-4603B6EA1C83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0DE8F92-FE46-7860-C0F0-555CA8179E61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21DF0F0-54E1-1EBD-5BC1-CDB90FE3603C}"/>
              </a:ext>
            </a:extLst>
          </p:cNvPr>
          <p:cNvSpPr txBox="1">
            <a:spLocks/>
          </p:cNvSpPr>
          <p:nvPr userDrawn="1"/>
        </p:nvSpPr>
        <p:spPr>
          <a:xfrm>
            <a:off x="2402922" y="367696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B24C3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технологий управления</a:t>
            </a: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78FD2DCD-F856-6771-E161-32D6B19DC15D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B24C33"/>
          </a:solidFill>
        </p:grpSpPr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762FADF1-A76E-64E6-8343-5B63769B196D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D7F0359E-5FFF-42C2-1C1E-507CB98238D8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7" name="Рисунок 56">
              <a:extLst>
                <a:ext uri="{FF2B5EF4-FFF2-40B4-BE49-F238E27FC236}">
                  <a16:creationId xmlns:a16="http://schemas.microsoft.com/office/drawing/2014/main" id="{D72BDED1-DCBF-8168-30FA-AD9BDF1F7074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4" name="Полилиния: фигура 53">
                <a:extLst>
                  <a:ext uri="{FF2B5EF4-FFF2-40B4-BE49-F238E27FC236}">
                    <a16:creationId xmlns:a16="http://schemas.microsoft.com/office/drawing/2014/main" id="{E39386B3-7BAA-1369-94D2-F47CD4BF0292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>
                <a:extLst>
                  <a:ext uri="{FF2B5EF4-FFF2-40B4-BE49-F238E27FC236}">
                    <a16:creationId xmlns:a16="http://schemas.microsoft.com/office/drawing/2014/main" id="{F01218E8-AE6C-BEE0-A0F8-2559D7B402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>
              <a:extLst>
                <a:ext uri="{FF2B5EF4-FFF2-40B4-BE49-F238E27FC236}">
                  <a16:creationId xmlns:a16="http://schemas.microsoft.com/office/drawing/2014/main" id="{6397F165-7074-F364-8E76-55893E561412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D2D7EA88-8169-A73D-410D-2C35384FB6A0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84920668-DA9C-B48D-540B-9C440B6BDFE2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FA5A7285-2ED3-F015-E780-72179A19B342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40" name="Рисунок 56">
              <a:extLst>
                <a:ext uri="{FF2B5EF4-FFF2-40B4-BE49-F238E27FC236}">
                  <a16:creationId xmlns:a16="http://schemas.microsoft.com/office/drawing/2014/main" id="{ADF37010-3850-D433-35A8-B76AB0A0E56F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9555581F-0B85-F94E-D53E-C184ABE39F4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DDE85D91-7B51-8397-D32D-5CE2E6FD7C33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Рисунок 56">
              <a:extLst>
                <a:ext uri="{FF2B5EF4-FFF2-40B4-BE49-F238E27FC236}">
                  <a16:creationId xmlns:a16="http://schemas.microsoft.com/office/drawing/2014/main" id="{73E057D0-A35E-6E71-ABCD-B6303315B993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1193601B-3533-62B8-3F5F-1A095F167B6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20F09B02-7770-7B18-C264-D2E0F8A38BEC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>
              <a:extLst>
                <a:ext uri="{FF2B5EF4-FFF2-40B4-BE49-F238E27FC236}">
                  <a16:creationId xmlns:a16="http://schemas.microsoft.com/office/drawing/2014/main" id="{2193E331-8228-42D9-7E11-4C6EC5C08618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65380D3A-8338-5E85-9560-423E42D18AFF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80F0DF64-50EC-4FF5-9F55-604840E5BDB4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Рисунок 56">
              <a:extLst>
                <a:ext uri="{FF2B5EF4-FFF2-40B4-BE49-F238E27FC236}">
                  <a16:creationId xmlns:a16="http://schemas.microsoft.com/office/drawing/2014/main" id="{42B3A5CC-6022-DB3D-A170-1F19DD216274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4317D5F5-8A81-9B4E-AC8D-6FCEC27F72AB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2064BE72-A312-B0CD-280D-55EF64867024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6" name="Title 1">
            <a:extLst>
              <a:ext uri="{FF2B5EF4-FFF2-40B4-BE49-F238E27FC236}">
                <a16:creationId xmlns:a16="http://schemas.microsoft.com/office/drawing/2014/main" id="{6EB73A8B-8716-0054-F97A-E182B4B648E3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9CD7F-6222-FD91-8120-A8CBF73885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B24C3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651A753A-3D3A-47AA-3B65-BA419297A6E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947336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ИТХ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4FAD4F0F-172C-D0FF-CEF0-506C2C6493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1154971">
            <a:off x="8460478" y="3361329"/>
            <a:ext cx="4768720" cy="476872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9AAAB40B-DB46-D6B3-6DA6-8A6EA773CD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948498">
            <a:off x="979623" y="809711"/>
            <a:ext cx="4091425" cy="4091425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5552AE96-4DF5-18C1-977F-98183C05DBA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80722" y="3055582"/>
            <a:ext cx="6880621" cy="746838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6" imgW="383" imgH="384" progId="TCLayout.ActiveDocument.1">
                  <p:embed/>
                </p:oleObj>
              </mc:Choice>
              <mc:Fallback>
                <p:oleObj name="Слайд think-cell" r:id="rId6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5F4A67D4-DA12-253F-563B-8867E8FA1545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868D50A-7403-6E32-0D3B-037C67EE4E0D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C3E5A68-E821-7099-73BC-FFE41C5C7D0A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BC19206-9BDD-58AA-4DF0-442750CAF1EC}"/>
              </a:ext>
            </a:extLst>
          </p:cNvPr>
          <p:cNvSpPr txBox="1">
            <a:spLocks/>
          </p:cNvSpPr>
          <p:nvPr userDrawn="1"/>
        </p:nvSpPr>
        <p:spPr>
          <a:xfrm>
            <a:off x="2402922" y="154725"/>
            <a:ext cx="7202131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перспективных технологий </a:t>
            </a:r>
            <a:b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 индустриального программирования</a:t>
            </a: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44CDB3DB-7051-27CE-6F9D-F28892F7610A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E9B622"/>
          </a:solidFill>
        </p:grpSpPr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A9898255-E13A-1402-27EE-63F163E33270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68777E3C-5118-1051-3C21-C4CAA5D56D50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A538CFA9-7E83-8529-08EA-304C853EA8E7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A849CDD1-1ADD-08FF-2F18-C01A1AF3DBB7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76E0A3E8-D694-FB09-E04E-C2CCF2C11A9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D081DA66-E01E-04D9-7AA2-6FA7C36F5D86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B78DBDAC-2DD3-32BC-FBC8-55F1652F12FE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5774719E-6790-FF9B-4FA6-0C60D1457DF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914652A0-5FDF-7B65-4A3D-E24C112B6FB1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1" name="Рисунок 56">
              <a:extLst>
                <a:ext uri="{FF2B5EF4-FFF2-40B4-BE49-F238E27FC236}">
                  <a16:creationId xmlns:a16="http://schemas.microsoft.com/office/drawing/2014/main" id="{D30ABBE7-CF23-B8DF-73A1-4E7A55C3758E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A9AC6FAD-75C2-9ECB-E9DD-4DBF5605AB54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1EEA9D47-7935-0D35-33EF-9194F8F6893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>
              <a:extLst>
                <a:ext uri="{FF2B5EF4-FFF2-40B4-BE49-F238E27FC236}">
                  <a16:creationId xmlns:a16="http://schemas.microsoft.com/office/drawing/2014/main" id="{9DCD1B72-01DE-B1CF-33DC-F324EDBB7BBE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F2446202-329D-1D5F-3847-E5BC42B544BF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A1DFA365-DDD1-45BB-DD93-BB93E357448E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>
              <a:extLst>
                <a:ext uri="{FF2B5EF4-FFF2-40B4-BE49-F238E27FC236}">
                  <a16:creationId xmlns:a16="http://schemas.microsoft.com/office/drawing/2014/main" id="{BF794DA9-06AC-F6D3-BB3C-F86C495130E2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>
                <a:extLst>
                  <a:ext uri="{FF2B5EF4-FFF2-40B4-BE49-F238E27FC236}">
                    <a16:creationId xmlns:a16="http://schemas.microsoft.com/office/drawing/2014/main" id="{54EE0139-4382-1C14-3447-40A72E57C7E4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>
                <a:extLst>
                  <a:ext uri="{FF2B5EF4-FFF2-40B4-BE49-F238E27FC236}">
                    <a16:creationId xmlns:a16="http://schemas.microsoft.com/office/drawing/2014/main" id="{F7F23FC0-20BD-EA20-A070-A2FD4D733AA1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>
              <a:extLst>
                <a:ext uri="{FF2B5EF4-FFF2-40B4-BE49-F238E27FC236}">
                  <a16:creationId xmlns:a16="http://schemas.microsoft.com/office/drawing/2014/main" id="{13805E5B-795F-C625-5B95-9AAED7A38CE2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0" name="Полилиния: фигура 39">
                <a:extLst>
                  <a:ext uri="{FF2B5EF4-FFF2-40B4-BE49-F238E27FC236}">
                    <a16:creationId xmlns:a16="http://schemas.microsoft.com/office/drawing/2014/main" id="{2AA18221-8D5E-49D1-1BCC-08ED338F1DF8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>
                <a:extLst>
                  <a:ext uri="{FF2B5EF4-FFF2-40B4-BE49-F238E27FC236}">
                    <a16:creationId xmlns:a16="http://schemas.microsoft.com/office/drawing/2014/main" id="{A83FFD88-E9CC-879C-C16B-A5B8419FA6FC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AF20744F-EF6D-741D-F606-2D41876629B5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553ADF-C58F-EB3C-9500-13D3B627F6B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E9B62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BBF1D60F-5F29-81E5-F4B0-63A1996A1E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4154520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ИР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F641E6EE-5E61-5D7D-D696-692C7FACC44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495717" y="3300804"/>
            <a:ext cx="4997470" cy="499747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387B2213-D2E2-B4F5-75B2-C89C33FBAB4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200000">
            <a:off x="1043854" y="736186"/>
            <a:ext cx="4187311" cy="4187311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9F6BCF51-28D7-F5A9-C2A4-C402B3DBBDD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88384" y="3067903"/>
            <a:ext cx="6877516" cy="741710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6" imgW="383" imgH="384" progId="TCLayout.ActiveDocument.1">
                  <p:embed/>
                </p:oleObj>
              </mc:Choice>
              <mc:Fallback>
                <p:oleObj name="Слайд think-cell" r:id="rId6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61F34425-2B9B-7576-1D4B-7E9089CAC304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6E0B9BD-90CF-E2B9-01EC-9B7A2CC0B75A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DD34CE1-DCF7-5923-1BD3-773B9AE55735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5716BD1-87FE-E9F8-0865-2D45F9792D07}"/>
              </a:ext>
            </a:extLst>
          </p:cNvPr>
          <p:cNvSpPr txBox="1">
            <a:spLocks/>
          </p:cNvSpPr>
          <p:nvPr userDrawn="1"/>
        </p:nvSpPr>
        <p:spPr>
          <a:xfrm>
            <a:off x="2402922" y="287275"/>
            <a:ext cx="601114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71207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радиоэлектроники и информатики</a:t>
            </a: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C29BC8FD-21F9-7746-24C1-CE03820FF63C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712073"/>
          </a:solidFill>
        </p:grpSpPr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484BA587-ABB9-2DF6-11CA-2AD0C79DF491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C82F02C8-74DB-5035-F932-BA0FA131E37F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D105393D-1D99-766C-0EBB-C221F206BC86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4C67F5CA-4B3E-5439-AC51-B80612D84DE3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08AB1C84-9B07-8C64-06FD-E42238A45E8A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20935E08-03EE-61AA-B79E-886C88A2C9E0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5C4E2BEE-96AD-FE93-5640-E6E59C5FF06F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D287E121-2256-6066-AA76-346E88712843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052E1F63-E928-26C3-8C36-9A78F808958F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1" name="Рисунок 56">
              <a:extLst>
                <a:ext uri="{FF2B5EF4-FFF2-40B4-BE49-F238E27FC236}">
                  <a16:creationId xmlns:a16="http://schemas.microsoft.com/office/drawing/2014/main" id="{73A40B1A-E581-1548-970E-88B0F42D50E6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4A2F6FBF-4A4F-DB0B-997D-6B9F83295B9A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9393681F-E209-A75C-C070-0F1E9C91B7D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>
              <a:extLst>
                <a:ext uri="{FF2B5EF4-FFF2-40B4-BE49-F238E27FC236}">
                  <a16:creationId xmlns:a16="http://schemas.microsoft.com/office/drawing/2014/main" id="{FB24EB70-0178-3309-1602-02F4075905E6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7702BCC0-8AC0-CC26-3B71-AB0BBECDFFB3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>
                <a:extLst>
                  <a:ext uri="{FF2B5EF4-FFF2-40B4-BE49-F238E27FC236}">
                    <a16:creationId xmlns:a16="http://schemas.microsoft.com/office/drawing/2014/main" id="{4E3AB405-F569-6413-CA32-0274AC4567E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>
              <a:extLst>
                <a:ext uri="{FF2B5EF4-FFF2-40B4-BE49-F238E27FC236}">
                  <a16:creationId xmlns:a16="http://schemas.microsoft.com/office/drawing/2014/main" id="{3C9CD5D4-700C-2967-B318-B10808117A6B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>
                <a:extLst>
                  <a:ext uri="{FF2B5EF4-FFF2-40B4-BE49-F238E27FC236}">
                    <a16:creationId xmlns:a16="http://schemas.microsoft.com/office/drawing/2014/main" id="{6ED70321-4513-4E58-5FF3-D3C2CD11E476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>
                <a:extLst>
                  <a:ext uri="{FF2B5EF4-FFF2-40B4-BE49-F238E27FC236}">
                    <a16:creationId xmlns:a16="http://schemas.microsoft.com/office/drawing/2014/main" id="{17176626-7DE9-171D-F776-802FA9C30347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>
              <a:extLst>
                <a:ext uri="{FF2B5EF4-FFF2-40B4-BE49-F238E27FC236}">
                  <a16:creationId xmlns:a16="http://schemas.microsoft.com/office/drawing/2014/main" id="{05D288FC-78BD-5CED-C4FF-A594A755CB02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0" name="Полилиния: фигура 39">
                <a:extLst>
                  <a:ext uri="{FF2B5EF4-FFF2-40B4-BE49-F238E27FC236}">
                    <a16:creationId xmlns:a16="http://schemas.microsoft.com/office/drawing/2014/main" id="{7656748B-E38E-D3F7-D9BD-98553182812A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>
                <a:extLst>
                  <a:ext uri="{FF2B5EF4-FFF2-40B4-BE49-F238E27FC236}">
                    <a16:creationId xmlns:a16="http://schemas.microsoft.com/office/drawing/2014/main" id="{7B2A00FB-4565-8DCC-EA5B-E9A8B1FE357F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D3A1821E-17A8-11D1-DFED-D710D364F981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BDF59-2848-0EB2-4EB0-CE70CE2029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71207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A376E592-56D8-6E75-BB45-393E9D2BF6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513399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Обложка ИК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CC357728-1107-982E-1720-4FEEEC1C56C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820768">
            <a:off x="1045770" y="815639"/>
            <a:ext cx="4110084" cy="4110080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E9178CDB-BE4E-0B50-6818-E599D3B135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502883" y="3357693"/>
            <a:ext cx="4856283" cy="4856281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104722A2-74AC-00F4-5D8D-E6D6F9B17D5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71796" y="3058144"/>
            <a:ext cx="6858000" cy="741712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6" imgW="383" imgH="384" progId="TCLayout.ActiveDocument.1">
                  <p:embed/>
                </p:oleObj>
              </mc:Choice>
              <mc:Fallback>
                <p:oleObj name="Слайд think-cell" r:id="rId6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ED2E211F-BDCE-097A-80FB-547B32C98816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7FA030-DE53-C4A9-1A86-A8DA88495C71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91022C-F974-7F2E-2F53-C14C7F4954D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5B98F46-E2B9-3FC7-DDA4-37ACC0431281}"/>
              </a:ext>
            </a:extLst>
          </p:cNvPr>
          <p:cNvSpPr txBox="1">
            <a:spLocks/>
          </p:cNvSpPr>
          <p:nvPr userDrawn="1"/>
        </p:nvSpPr>
        <p:spPr>
          <a:xfrm>
            <a:off x="2402923" y="368869"/>
            <a:ext cx="3476768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6D8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кибербезопасности и цифровых технологий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695F5D9-44C1-3B60-615E-CFC891B9F261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006D81"/>
          </a:solidFill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C79C2545-29FF-13DC-A65B-19AA811039C5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0B08617-615B-3ABE-6A74-081501EC3C9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>
              <a:extLst>
                <a:ext uri="{FF2B5EF4-FFF2-40B4-BE49-F238E27FC236}">
                  <a16:creationId xmlns:a16="http://schemas.microsoft.com/office/drawing/2014/main" id="{F4368F59-0108-D04D-1716-A83FC54A6A2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7DADD4D8-5099-9617-34F0-96F4F38E6D1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CDF60C9C-4E91-BE00-438C-E4CEAA36CB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>
              <a:extLst>
                <a:ext uri="{FF2B5EF4-FFF2-40B4-BE49-F238E27FC236}">
                  <a16:creationId xmlns:a16="http://schemas.microsoft.com/office/drawing/2014/main" id="{D9B4FF06-310F-AE66-AE11-ACA8C9AD101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E1E08A2-DD1B-DDDE-CAAA-241A1E86EA5C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3B62BDB4-89A2-8C10-81AA-998F517A2E7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8C24985-F865-D103-1F8F-D46BAA92B55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C4652D0E-9DF3-BA1C-DE91-DAD60C9F1430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93006A27-860F-248F-9814-8512773B0DE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A9733C3A-E31B-0594-3DD4-0527A6826B1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05B77A01-23DE-7A1F-3638-E0813202AF3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342378B2-8AE3-A9DF-7867-251050A1759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5E49CF6E-6F4D-EE30-901E-E10F3773A20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44479FC0-E90C-DA10-9A9B-6ACFDC267067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8005DDCD-971A-276A-0FEA-6D451E511519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5D978D67-6A25-BDE4-D9A0-B053B9D685CD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>
              <a:extLst>
                <a:ext uri="{FF2B5EF4-FFF2-40B4-BE49-F238E27FC236}">
                  <a16:creationId xmlns:a16="http://schemas.microsoft.com/office/drawing/2014/main" id="{479A0604-6FE9-EEDA-46A5-D02D0FEB079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411DCD52-C7F6-B252-176F-1A8AD8457E69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F125F088-BCB1-B90A-5B08-496F34B06683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>
            <a:extLst>
              <a:ext uri="{FF2B5EF4-FFF2-40B4-BE49-F238E27FC236}">
                <a16:creationId xmlns:a16="http://schemas.microsoft.com/office/drawing/2014/main" id="{BD488EE1-A7E2-B85A-3B52-F3A3E06554F9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49C968-B4CD-BBE7-1E70-C9BB8CC5BB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006D8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A9F01667-3B33-BD57-6948-1093A01E5A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4188558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_Обложка Коллед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4CE5C0D-A2F3-385F-1160-75675B8D7EB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900000">
            <a:off x="8449293" y="3340505"/>
            <a:ext cx="4883868" cy="488386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DC69E7-2BDD-81D6-9AD2-B471107BC0A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75891" y="3045839"/>
            <a:ext cx="6857999" cy="76631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FCD05F1-DB87-8697-7B18-32206965EF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6686232">
            <a:off x="1037422" y="781037"/>
            <a:ext cx="4179286" cy="4179282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6" imgW="383" imgH="384" progId="TCLayout.ActiveDocument.1">
                  <p:embed/>
                </p:oleObj>
              </mc:Choice>
              <mc:Fallback>
                <p:oleObj name="Слайд think-cell" r:id="rId6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ED2E211F-BDCE-097A-80FB-547B32C98816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7FA030-DE53-C4A9-1A86-A8DA88495C71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91022C-F974-7F2E-2F53-C14C7F4954D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5B98F46-E2B9-3FC7-DDA4-37ACC0431281}"/>
              </a:ext>
            </a:extLst>
          </p:cNvPr>
          <p:cNvSpPr txBox="1">
            <a:spLocks/>
          </p:cNvSpPr>
          <p:nvPr userDrawn="1"/>
        </p:nvSpPr>
        <p:spPr>
          <a:xfrm>
            <a:off x="2402922" y="180857"/>
            <a:ext cx="6402705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A7125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Колледж программирования </a:t>
            </a:r>
            <a:b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A7125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A7125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 кибербезопасности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695F5D9-44C1-3B60-615E-CFC891B9F261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EA7125"/>
          </a:solidFill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C79C2545-29FF-13DC-A65B-19AA811039C5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0B08617-615B-3ABE-6A74-081501EC3C9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>
              <a:extLst>
                <a:ext uri="{FF2B5EF4-FFF2-40B4-BE49-F238E27FC236}">
                  <a16:creationId xmlns:a16="http://schemas.microsoft.com/office/drawing/2014/main" id="{F4368F59-0108-D04D-1716-A83FC54A6A2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7DADD4D8-5099-9617-34F0-96F4F38E6D1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CDF60C9C-4E91-BE00-438C-E4CEAA36CB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>
              <a:extLst>
                <a:ext uri="{FF2B5EF4-FFF2-40B4-BE49-F238E27FC236}">
                  <a16:creationId xmlns:a16="http://schemas.microsoft.com/office/drawing/2014/main" id="{D9B4FF06-310F-AE66-AE11-ACA8C9AD101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E1E08A2-DD1B-DDDE-CAAA-241A1E86EA5C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3B62BDB4-89A2-8C10-81AA-998F517A2E7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8C24985-F865-D103-1F8F-D46BAA92B55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C4652D0E-9DF3-BA1C-DE91-DAD60C9F1430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93006A27-860F-248F-9814-8512773B0DE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A9733C3A-E31B-0594-3DD4-0527A6826B1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05B77A01-23DE-7A1F-3638-E0813202AF3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342378B2-8AE3-A9DF-7867-251050A1759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5E49CF6E-6F4D-EE30-901E-E10F3773A20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44479FC0-E90C-DA10-9A9B-6ACFDC267067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8005DDCD-971A-276A-0FEA-6D451E511519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5D978D67-6A25-BDE4-D9A0-B053B9D685CD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>
              <a:extLst>
                <a:ext uri="{FF2B5EF4-FFF2-40B4-BE49-F238E27FC236}">
                  <a16:creationId xmlns:a16="http://schemas.microsoft.com/office/drawing/2014/main" id="{479A0604-6FE9-EEDA-46A5-D02D0FEB079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411DCD52-C7F6-B252-176F-1A8AD8457E69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F125F088-BCB1-B90A-5B08-496F34B06683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>
            <a:extLst>
              <a:ext uri="{FF2B5EF4-FFF2-40B4-BE49-F238E27FC236}">
                <a16:creationId xmlns:a16="http://schemas.microsoft.com/office/drawing/2014/main" id="{BD488EE1-A7E2-B85A-3B52-F3A3E06554F9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63641F-23D4-2ED2-35EA-70B53188E7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EA7125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10" name="Текст 33">
            <a:extLst>
              <a:ext uri="{FF2B5EF4-FFF2-40B4-BE49-F238E27FC236}">
                <a16:creationId xmlns:a16="http://schemas.microsoft.com/office/drawing/2014/main" id="{01F95A85-D337-BB4B-BFF7-1C7B53FCE9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1049104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Обложка ПИ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452CBBD-4D60-4D04-D9FC-9A5AD78E46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8510360" y="3356738"/>
            <a:ext cx="4793067" cy="479306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72C710-2143-8AC8-551F-42A28B783A8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539414">
            <a:off x="1045283" y="769470"/>
            <a:ext cx="4159130" cy="415913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48174E2-2B82-F856-B7A2-6006148DB73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3086110" y="3046450"/>
            <a:ext cx="6886627" cy="741714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6" imgW="383" imgH="384" progId="TCLayout.ActiveDocument.1">
                  <p:embed/>
                </p:oleObj>
              </mc:Choice>
              <mc:Fallback>
                <p:oleObj name="Слайд think-cell" r:id="rId6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ED2E211F-BDCE-097A-80FB-547B32C98816}"/>
              </a:ext>
            </a:extLst>
          </p:cNvPr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7FA030-DE53-C4A9-1A86-A8DA88495C71}"/>
              </a:ext>
            </a:extLst>
          </p:cNvPr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91022C-F974-7F2E-2F53-C14C7F4954D0}"/>
              </a:ext>
            </a:extLst>
          </p:cNvPr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5B98F46-E2B9-3FC7-DDA4-37ACC0431281}"/>
              </a:ext>
            </a:extLst>
          </p:cNvPr>
          <p:cNvSpPr txBox="1">
            <a:spLocks/>
          </p:cNvSpPr>
          <p:nvPr userDrawn="1"/>
        </p:nvSpPr>
        <p:spPr>
          <a:xfrm>
            <a:off x="2402922" y="200292"/>
            <a:ext cx="8289422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Передовая инженерная школа </a:t>
            </a:r>
            <a:b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СВЧ-электроники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695F5D9-44C1-3B60-615E-CFC891B9F261}"/>
              </a:ext>
            </a:extLst>
          </p:cNvPr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3D378D"/>
          </a:solidFill>
        </p:grpSpPr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C79C2545-29FF-13DC-A65B-19AA811039C5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0B08617-615B-3ABE-6A74-081501EC3C9A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>
              <a:extLst>
                <a:ext uri="{FF2B5EF4-FFF2-40B4-BE49-F238E27FC236}">
                  <a16:creationId xmlns:a16="http://schemas.microsoft.com/office/drawing/2014/main" id="{F4368F59-0108-D04D-1716-A83FC54A6A2C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7DADD4D8-5099-9617-34F0-96F4F38E6D1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CDF60C9C-4E91-BE00-438C-E4CEAA36CBA5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>
              <a:extLst>
                <a:ext uri="{FF2B5EF4-FFF2-40B4-BE49-F238E27FC236}">
                  <a16:creationId xmlns:a16="http://schemas.microsoft.com/office/drawing/2014/main" id="{D9B4FF06-310F-AE66-AE11-ACA8C9AD101C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EE1E08A2-DD1B-DDDE-CAAA-241A1E86EA5C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3B62BDB4-89A2-8C10-81AA-998F517A2E79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8C24985-F865-D103-1F8F-D46BAA92B550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>
              <a:extLst>
                <a:ext uri="{FF2B5EF4-FFF2-40B4-BE49-F238E27FC236}">
                  <a16:creationId xmlns:a16="http://schemas.microsoft.com/office/drawing/2014/main" id="{C4652D0E-9DF3-BA1C-DE91-DAD60C9F1430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93006A27-860F-248F-9814-8512773B0DEC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A9733C3A-E31B-0594-3DD4-0527A6826B10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>
              <a:extLst>
                <a:ext uri="{FF2B5EF4-FFF2-40B4-BE49-F238E27FC236}">
                  <a16:creationId xmlns:a16="http://schemas.microsoft.com/office/drawing/2014/main" id="{05B77A01-23DE-7A1F-3638-E0813202AF35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342378B2-8AE3-A9DF-7867-251050A1759A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5E49CF6E-6F4D-EE30-901E-E10F3773A209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>
              <a:extLst>
                <a:ext uri="{FF2B5EF4-FFF2-40B4-BE49-F238E27FC236}">
                  <a16:creationId xmlns:a16="http://schemas.microsoft.com/office/drawing/2014/main" id="{44479FC0-E90C-DA10-9A9B-6ACFDC267067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id="{8005DDCD-971A-276A-0FEA-6D451E511519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id="{5D978D67-6A25-BDE4-D9A0-B053B9D685CD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>
              <a:extLst>
                <a:ext uri="{FF2B5EF4-FFF2-40B4-BE49-F238E27FC236}">
                  <a16:creationId xmlns:a16="http://schemas.microsoft.com/office/drawing/2014/main" id="{479A0604-6FE9-EEDA-46A5-D02D0FEB0791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411DCD52-C7F6-B252-176F-1A8AD8457E69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F125F088-BCB1-B90A-5B08-496F34B06683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>
            <a:extLst>
              <a:ext uri="{FF2B5EF4-FFF2-40B4-BE49-F238E27FC236}">
                <a16:creationId xmlns:a16="http://schemas.microsoft.com/office/drawing/2014/main" id="{BD488EE1-A7E2-B85A-3B52-F3A3E06554F9}"/>
              </a:ext>
            </a:extLst>
          </p:cNvPr>
          <p:cNvSpPr txBox="1">
            <a:spLocks/>
          </p:cNvSpPr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661FF6-F290-3223-68BC-FAE1E93F67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3D378D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195FF57E-D5BA-52A1-E6FA-C4B4BA67AC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  <p:extLst>
      <p:ext uri="{BB962C8B-B14F-4D97-AF65-F5344CB8AC3E}">
        <p14:creationId xmlns:p14="http://schemas.microsoft.com/office/powerpoint/2010/main" val="3158669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Раздел_тем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55374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83" imgH="384" progId="TCLayout.ActiveDocument.1">
                  <p:embed/>
                </p:oleObj>
              </mc:Choice>
              <mc:Fallback>
                <p:oleObj name="Слайд think-cell" r:id="rId4" imgW="383" imgH="38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50600" y="2613958"/>
            <a:ext cx="5569500" cy="699404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 baseline="0">
                <a:solidFill>
                  <a:schemeClr val="accent5"/>
                </a:solidFill>
                <a:latin typeface="Arial" panose="020B0604020202020204" pitchFamily="34" charset="0"/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5C9C487-FB1B-953A-89C5-D1CC7FF75D74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780C342-97A8-9900-4EB0-9C0140669050}"/>
              </a:ext>
            </a:extLst>
          </p:cNvPr>
          <p:cNvSpPr/>
          <p:nvPr userDrawn="1"/>
        </p:nvSpPr>
        <p:spPr>
          <a:xfrm>
            <a:off x="0" y="0"/>
            <a:ext cx="26924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396F20CE-3297-0A74-7502-5705D3368E1A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4345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A533A563-3346-30DA-73D8-CF414A70DF4A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Заголовок 6">
            <a:extLst>
              <a:ext uri="{FF2B5EF4-FFF2-40B4-BE49-F238E27FC236}">
                <a16:creationId xmlns:a16="http://schemas.microsoft.com/office/drawing/2014/main" id="{7CBA805D-7279-7177-9681-934DDAFD92E7}"/>
              </a:ext>
            </a:extLst>
          </p:cNvPr>
          <p:cNvSpPr txBox="1">
            <a:spLocks/>
          </p:cNvSpPr>
          <p:nvPr userDrawn="1"/>
        </p:nvSpPr>
        <p:spPr>
          <a:xfrm>
            <a:off x="1085517" y="1171625"/>
            <a:ext cx="2352754" cy="710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B58C4BDB-E3DE-EC39-2630-4061E3FA1B9B}"/>
              </a:ext>
            </a:extLst>
          </p:cNvPr>
          <p:cNvSpPr/>
          <p:nvPr userDrawn="1"/>
        </p:nvSpPr>
        <p:spPr>
          <a:xfrm>
            <a:off x="1054987" y="4660960"/>
            <a:ext cx="1614297" cy="1669776"/>
          </a:xfrm>
          <a:custGeom>
            <a:avLst/>
            <a:gdLst/>
            <a:ahLst/>
            <a:cxnLst/>
            <a:rect l="l" t="t" r="r" b="b"/>
            <a:pathLst>
              <a:path w="1718310" h="1777364">
                <a:moveTo>
                  <a:pt x="1025029" y="0"/>
                </a:moveTo>
                <a:lnTo>
                  <a:pt x="1071224" y="12296"/>
                </a:lnTo>
                <a:lnTo>
                  <a:pt x="1116670" y="27000"/>
                </a:lnTo>
                <a:lnTo>
                  <a:pt x="1161265" y="44072"/>
                </a:lnTo>
                <a:lnTo>
                  <a:pt x="1204910" y="63474"/>
                </a:lnTo>
                <a:lnTo>
                  <a:pt x="1247503" y="85167"/>
                </a:lnTo>
                <a:lnTo>
                  <a:pt x="1288944" y="109112"/>
                </a:lnTo>
                <a:lnTo>
                  <a:pt x="1329132" y="135272"/>
                </a:lnTo>
                <a:lnTo>
                  <a:pt x="1367965" y="163608"/>
                </a:lnTo>
                <a:lnTo>
                  <a:pt x="1405344" y="194080"/>
                </a:lnTo>
                <a:lnTo>
                  <a:pt x="1441167" y="226650"/>
                </a:lnTo>
                <a:lnTo>
                  <a:pt x="1475333" y="261281"/>
                </a:lnTo>
                <a:lnTo>
                  <a:pt x="1507742" y="297932"/>
                </a:lnTo>
                <a:lnTo>
                  <a:pt x="1538293" y="336567"/>
                </a:lnTo>
                <a:lnTo>
                  <a:pt x="1566885" y="377145"/>
                </a:lnTo>
                <a:lnTo>
                  <a:pt x="1593418" y="419629"/>
                </a:lnTo>
                <a:lnTo>
                  <a:pt x="1617789" y="463979"/>
                </a:lnTo>
                <a:lnTo>
                  <a:pt x="1639900" y="510159"/>
                </a:lnTo>
                <a:lnTo>
                  <a:pt x="1658199" y="554365"/>
                </a:lnTo>
                <a:lnTo>
                  <a:pt x="1673991" y="598975"/>
                </a:lnTo>
                <a:lnTo>
                  <a:pt x="1687308" y="643907"/>
                </a:lnTo>
                <a:lnTo>
                  <a:pt x="1698180" y="689079"/>
                </a:lnTo>
                <a:lnTo>
                  <a:pt x="1706639" y="734408"/>
                </a:lnTo>
                <a:lnTo>
                  <a:pt x="1712717" y="779812"/>
                </a:lnTo>
                <a:lnTo>
                  <a:pt x="1716446" y="825209"/>
                </a:lnTo>
                <a:lnTo>
                  <a:pt x="1717857" y="870517"/>
                </a:lnTo>
                <a:lnTo>
                  <a:pt x="1716981" y="915653"/>
                </a:lnTo>
                <a:lnTo>
                  <a:pt x="1713850" y="960536"/>
                </a:lnTo>
                <a:lnTo>
                  <a:pt x="1708497" y="1005084"/>
                </a:lnTo>
                <a:lnTo>
                  <a:pt x="1700951" y="1049213"/>
                </a:lnTo>
                <a:lnTo>
                  <a:pt x="1691245" y="1092843"/>
                </a:lnTo>
                <a:lnTo>
                  <a:pt x="1679411" y="1135891"/>
                </a:lnTo>
                <a:lnTo>
                  <a:pt x="1665479" y="1178274"/>
                </a:lnTo>
                <a:lnTo>
                  <a:pt x="1649482" y="1219911"/>
                </a:lnTo>
                <a:lnTo>
                  <a:pt x="1631451" y="1260719"/>
                </a:lnTo>
                <a:lnTo>
                  <a:pt x="1611418" y="1300616"/>
                </a:lnTo>
                <a:lnTo>
                  <a:pt x="1589414" y="1339521"/>
                </a:lnTo>
                <a:lnTo>
                  <a:pt x="1565471" y="1377350"/>
                </a:lnTo>
                <a:lnTo>
                  <a:pt x="1539620" y="1414022"/>
                </a:lnTo>
                <a:lnTo>
                  <a:pt x="1511892" y="1449455"/>
                </a:lnTo>
                <a:lnTo>
                  <a:pt x="1482321" y="1483566"/>
                </a:lnTo>
                <a:lnTo>
                  <a:pt x="1450936" y="1516273"/>
                </a:lnTo>
                <a:lnTo>
                  <a:pt x="1417770" y="1547495"/>
                </a:lnTo>
                <a:lnTo>
                  <a:pt x="1382854" y="1577148"/>
                </a:lnTo>
                <a:lnTo>
                  <a:pt x="1346220" y="1605151"/>
                </a:lnTo>
                <a:lnTo>
                  <a:pt x="1307899" y="1631422"/>
                </a:lnTo>
                <a:lnTo>
                  <a:pt x="1267923" y="1655878"/>
                </a:lnTo>
                <a:lnTo>
                  <a:pt x="1226323" y="1678438"/>
                </a:lnTo>
                <a:lnTo>
                  <a:pt x="1183132" y="1699018"/>
                </a:lnTo>
                <a:lnTo>
                  <a:pt x="1137868" y="1717723"/>
                </a:lnTo>
                <a:lnTo>
                  <a:pt x="1092183" y="1733801"/>
                </a:lnTo>
                <a:lnTo>
                  <a:pt x="1046165" y="1747285"/>
                </a:lnTo>
                <a:lnTo>
                  <a:pt x="999903" y="1758208"/>
                </a:lnTo>
                <a:lnTo>
                  <a:pt x="953484" y="1766606"/>
                </a:lnTo>
                <a:lnTo>
                  <a:pt x="906997" y="1772511"/>
                </a:lnTo>
                <a:lnTo>
                  <a:pt x="860530" y="1775958"/>
                </a:lnTo>
                <a:lnTo>
                  <a:pt x="814170" y="1776981"/>
                </a:lnTo>
                <a:lnTo>
                  <a:pt x="768007" y="1775613"/>
                </a:lnTo>
                <a:lnTo>
                  <a:pt x="722128" y="1771888"/>
                </a:lnTo>
                <a:lnTo>
                  <a:pt x="676622" y="1765841"/>
                </a:lnTo>
                <a:lnTo>
                  <a:pt x="631576" y="1757505"/>
                </a:lnTo>
                <a:lnTo>
                  <a:pt x="587078" y="1746914"/>
                </a:lnTo>
                <a:lnTo>
                  <a:pt x="543218" y="1734102"/>
                </a:lnTo>
                <a:lnTo>
                  <a:pt x="500083" y="1719103"/>
                </a:lnTo>
                <a:lnTo>
                  <a:pt x="457760" y="1701951"/>
                </a:lnTo>
                <a:lnTo>
                  <a:pt x="416340" y="1682679"/>
                </a:lnTo>
                <a:lnTo>
                  <a:pt x="375908" y="1661322"/>
                </a:lnTo>
                <a:lnTo>
                  <a:pt x="336555" y="1637913"/>
                </a:lnTo>
                <a:lnTo>
                  <a:pt x="298367" y="1612487"/>
                </a:lnTo>
                <a:lnTo>
                  <a:pt x="261433" y="1585077"/>
                </a:lnTo>
                <a:lnTo>
                  <a:pt x="225841" y="1555717"/>
                </a:lnTo>
                <a:lnTo>
                  <a:pt x="191679" y="1524441"/>
                </a:lnTo>
                <a:lnTo>
                  <a:pt x="159036" y="1491283"/>
                </a:lnTo>
                <a:lnTo>
                  <a:pt x="127999" y="1456277"/>
                </a:lnTo>
                <a:lnTo>
                  <a:pt x="98657" y="1419456"/>
                </a:lnTo>
                <a:lnTo>
                  <a:pt x="71098" y="1380855"/>
                </a:lnTo>
                <a:lnTo>
                  <a:pt x="45410" y="1340508"/>
                </a:lnTo>
                <a:lnTo>
                  <a:pt x="21681" y="1298447"/>
                </a:lnTo>
                <a:lnTo>
                  <a:pt x="0" y="1254709"/>
                </a:lnTo>
              </a:path>
            </a:pathLst>
          </a:custGeom>
          <a:ln w="8089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22A248A-A0DD-F7FB-96EE-67FD16F436E1}"/>
              </a:ext>
            </a:extLst>
          </p:cNvPr>
          <p:cNvSpPr/>
          <p:nvPr userDrawn="1"/>
        </p:nvSpPr>
        <p:spPr>
          <a:xfrm>
            <a:off x="-42341" y="3410636"/>
            <a:ext cx="2056946" cy="2457836"/>
          </a:xfrm>
          <a:custGeom>
            <a:avLst/>
            <a:gdLst/>
            <a:ahLst/>
            <a:cxnLst/>
            <a:rect l="l" t="t" r="r" b="b"/>
            <a:pathLst>
              <a:path w="2189480" h="2616200">
                <a:moveTo>
                  <a:pt x="0" y="2274576"/>
                </a:moveTo>
                <a:lnTo>
                  <a:pt x="43686" y="2312872"/>
                </a:lnTo>
                <a:lnTo>
                  <a:pt x="78452" y="2340869"/>
                </a:lnTo>
                <a:lnTo>
                  <a:pt x="114158" y="2367678"/>
                </a:lnTo>
                <a:lnTo>
                  <a:pt x="150774" y="2393274"/>
                </a:lnTo>
                <a:lnTo>
                  <a:pt x="188268" y="2417628"/>
                </a:lnTo>
                <a:lnTo>
                  <a:pt x="226609" y="2440713"/>
                </a:lnTo>
                <a:lnTo>
                  <a:pt x="265764" y="2462502"/>
                </a:lnTo>
                <a:lnTo>
                  <a:pt x="305702" y="2482967"/>
                </a:lnTo>
                <a:lnTo>
                  <a:pt x="346392" y="2502082"/>
                </a:lnTo>
                <a:lnTo>
                  <a:pt x="387801" y="2519819"/>
                </a:lnTo>
                <a:lnTo>
                  <a:pt x="429899" y="2536151"/>
                </a:lnTo>
                <a:lnTo>
                  <a:pt x="472653" y="2551050"/>
                </a:lnTo>
                <a:lnTo>
                  <a:pt x="516032" y="2564489"/>
                </a:lnTo>
                <a:lnTo>
                  <a:pt x="560004" y="2576440"/>
                </a:lnTo>
                <a:lnTo>
                  <a:pt x="604537" y="2586878"/>
                </a:lnTo>
                <a:lnTo>
                  <a:pt x="649601" y="2595773"/>
                </a:lnTo>
                <a:lnTo>
                  <a:pt x="695163" y="2603099"/>
                </a:lnTo>
                <a:lnTo>
                  <a:pt x="741191" y="2608829"/>
                </a:lnTo>
                <a:lnTo>
                  <a:pt x="787655" y="2612935"/>
                </a:lnTo>
                <a:lnTo>
                  <a:pt x="834521" y="2615390"/>
                </a:lnTo>
                <a:lnTo>
                  <a:pt x="881760" y="2616167"/>
                </a:lnTo>
                <a:lnTo>
                  <a:pt x="929338" y="2615238"/>
                </a:lnTo>
                <a:lnTo>
                  <a:pt x="977225" y="2612576"/>
                </a:lnTo>
                <a:lnTo>
                  <a:pt x="1024985" y="2608195"/>
                </a:lnTo>
                <a:lnTo>
                  <a:pt x="1072185" y="2602144"/>
                </a:lnTo>
                <a:lnTo>
                  <a:pt x="1118799" y="2594456"/>
                </a:lnTo>
                <a:lnTo>
                  <a:pt x="1164800" y="2585162"/>
                </a:lnTo>
                <a:lnTo>
                  <a:pt x="1210160" y="2574293"/>
                </a:lnTo>
                <a:lnTo>
                  <a:pt x="1254852" y="2561883"/>
                </a:lnTo>
                <a:lnTo>
                  <a:pt x="1298848" y="2547961"/>
                </a:lnTo>
                <a:lnTo>
                  <a:pt x="1342122" y="2532560"/>
                </a:lnTo>
                <a:lnTo>
                  <a:pt x="1384646" y="2515711"/>
                </a:lnTo>
                <a:lnTo>
                  <a:pt x="1426392" y="2497446"/>
                </a:lnTo>
                <a:lnTo>
                  <a:pt x="1467334" y="2477798"/>
                </a:lnTo>
                <a:lnTo>
                  <a:pt x="1507443" y="2456796"/>
                </a:lnTo>
                <a:lnTo>
                  <a:pt x="1546694" y="2434473"/>
                </a:lnTo>
                <a:lnTo>
                  <a:pt x="1585058" y="2410861"/>
                </a:lnTo>
                <a:lnTo>
                  <a:pt x="1622508" y="2385992"/>
                </a:lnTo>
                <a:lnTo>
                  <a:pt x="1659017" y="2359896"/>
                </a:lnTo>
                <a:lnTo>
                  <a:pt x="1694557" y="2332605"/>
                </a:lnTo>
                <a:lnTo>
                  <a:pt x="1729102" y="2304152"/>
                </a:lnTo>
                <a:lnTo>
                  <a:pt x="1762624" y="2274568"/>
                </a:lnTo>
                <a:lnTo>
                  <a:pt x="1795095" y="2243885"/>
                </a:lnTo>
                <a:lnTo>
                  <a:pt x="1826489" y="2212133"/>
                </a:lnTo>
                <a:lnTo>
                  <a:pt x="1856777" y="2179345"/>
                </a:lnTo>
                <a:lnTo>
                  <a:pt x="1885934" y="2145553"/>
                </a:lnTo>
                <a:lnTo>
                  <a:pt x="1913931" y="2110788"/>
                </a:lnTo>
                <a:lnTo>
                  <a:pt x="1940740" y="2075081"/>
                </a:lnTo>
                <a:lnTo>
                  <a:pt x="1966336" y="2038465"/>
                </a:lnTo>
                <a:lnTo>
                  <a:pt x="1990690" y="2000971"/>
                </a:lnTo>
                <a:lnTo>
                  <a:pt x="2013776" y="1962630"/>
                </a:lnTo>
                <a:lnTo>
                  <a:pt x="2035565" y="1923475"/>
                </a:lnTo>
                <a:lnTo>
                  <a:pt x="2056031" y="1883537"/>
                </a:lnTo>
                <a:lnTo>
                  <a:pt x="2075146" y="1842848"/>
                </a:lnTo>
                <a:lnTo>
                  <a:pt x="2092883" y="1801438"/>
                </a:lnTo>
                <a:lnTo>
                  <a:pt x="2109215" y="1759341"/>
                </a:lnTo>
                <a:lnTo>
                  <a:pt x="2124114" y="1716587"/>
                </a:lnTo>
                <a:lnTo>
                  <a:pt x="2137553" y="1673209"/>
                </a:lnTo>
                <a:lnTo>
                  <a:pt x="2149505" y="1629237"/>
                </a:lnTo>
                <a:lnTo>
                  <a:pt x="2159943" y="1584704"/>
                </a:lnTo>
                <a:lnTo>
                  <a:pt x="2168839" y="1539640"/>
                </a:lnTo>
                <a:lnTo>
                  <a:pt x="2176165" y="1494079"/>
                </a:lnTo>
                <a:lnTo>
                  <a:pt x="2181895" y="1448051"/>
                </a:lnTo>
                <a:lnTo>
                  <a:pt x="2186001" y="1401588"/>
                </a:lnTo>
                <a:lnTo>
                  <a:pt x="2188457" y="1354722"/>
                </a:lnTo>
                <a:lnTo>
                  <a:pt x="2189233" y="1307484"/>
                </a:lnTo>
                <a:lnTo>
                  <a:pt x="2188305" y="1259907"/>
                </a:lnTo>
                <a:lnTo>
                  <a:pt x="2185643" y="1212020"/>
                </a:lnTo>
                <a:lnTo>
                  <a:pt x="2181260" y="1164260"/>
                </a:lnTo>
                <a:lnTo>
                  <a:pt x="2175209" y="1117059"/>
                </a:lnTo>
                <a:lnTo>
                  <a:pt x="2167520" y="1070444"/>
                </a:lnTo>
                <a:lnTo>
                  <a:pt x="2158225" y="1024443"/>
                </a:lnTo>
                <a:lnTo>
                  <a:pt x="2147356" y="979082"/>
                </a:lnTo>
                <a:lnTo>
                  <a:pt x="2134945" y="934389"/>
                </a:lnTo>
                <a:lnTo>
                  <a:pt x="2121023" y="890392"/>
                </a:lnTo>
                <a:lnTo>
                  <a:pt x="2105621" y="847118"/>
                </a:lnTo>
                <a:lnTo>
                  <a:pt x="2088772" y="804594"/>
                </a:lnTo>
                <a:lnTo>
                  <a:pt x="2070508" y="762847"/>
                </a:lnTo>
                <a:lnTo>
                  <a:pt x="2050858" y="721905"/>
                </a:lnTo>
                <a:lnTo>
                  <a:pt x="2029857" y="681795"/>
                </a:lnTo>
                <a:lnTo>
                  <a:pt x="2007534" y="642544"/>
                </a:lnTo>
                <a:lnTo>
                  <a:pt x="1983922" y="604179"/>
                </a:lnTo>
                <a:lnTo>
                  <a:pt x="1959052" y="566729"/>
                </a:lnTo>
                <a:lnTo>
                  <a:pt x="1932956" y="530219"/>
                </a:lnTo>
                <a:lnTo>
                  <a:pt x="1905666" y="494679"/>
                </a:lnTo>
                <a:lnTo>
                  <a:pt x="1877212" y="460134"/>
                </a:lnTo>
                <a:lnTo>
                  <a:pt x="1847628" y="426612"/>
                </a:lnTo>
                <a:lnTo>
                  <a:pt x="1816945" y="394140"/>
                </a:lnTo>
                <a:lnTo>
                  <a:pt x="1785193" y="362746"/>
                </a:lnTo>
                <a:lnTo>
                  <a:pt x="1752405" y="332457"/>
                </a:lnTo>
                <a:lnTo>
                  <a:pt x="1718613" y="303301"/>
                </a:lnTo>
                <a:lnTo>
                  <a:pt x="1683848" y="275304"/>
                </a:lnTo>
                <a:lnTo>
                  <a:pt x="1648141" y="248494"/>
                </a:lnTo>
                <a:lnTo>
                  <a:pt x="1611525" y="222898"/>
                </a:lnTo>
                <a:lnTo>
                  <a:pt x="1574031" y="198543"/>
                </a:lnTo>
                <a:lnTo>
                  <a:pt x="1535690" y="175458"/>
                </a:lnTo>
                <a:lnTo>
                  <a:pt x="1496535" y="153669"/>
                </a:lnTo>
                <a:lnTo>
                  <a:pt x="1456597" y="133203"/>
                </a:lnTo>
                <a:lnTo>
                  <a:pt x="1415907" y="114087"/>
                </a:lnTo>
                <a:lnTo>
                  <a:pt x="1374498" y="96350"/>
                </a:lnTo>
                <a:lnTo>
                  <a:pt x="1332400" y="80018"/>
                </a:lnTo>
                <a:lnTo>
                  <a:pt x="1289646" y="65119"/>
                </a:lnTo>
                <a:lnTo>
                  <a:pt x="1246268" y="51680"/>
                </a:lnTo>
                <a:lnTo>
                  <a:pt x="1202295" y="39728"/>
                </a:lnTo>
                <a:lnTo>
                  <a:pt x="1157762" y="29290"/>
                </a:lnTo>
                <a:lnTo>
                  <a:pt x="1112698" y="20394"/>
                </a:lnTo>
                <a:lnTo>
                  <a:pt x="1067137" y="13068"/>
                </a:lnTo>
                <a:lnTo>
                  <a:pt x="1021108" y="7338"/>
                </a:lnTo>
                <a:lnTo>
                  <a:pt x="974645" y="3232"/>
                </a:lnTo>
                <a:lnTo>
                  <a:pt x="927778" y="776"/>
                </a:lnTo>
                <a:lnTo>
                  <a:pt x="880540" y="0"/>
                </a:lnTo>
                <a:lnTo>
                  <a:pt x="832961" y="928"/>
                </a:lnTo>
                <a:lnTo>
                  <a:pt x="785074" y="3590"/>
                </a:lnTo>
                <a:lnTo>
                  <a:pt x="737315" y="7973"/>
                </a:lnTo>
                <a:lnTo>
                  <a:pt x="690114" y="14024"/>
                </a:lnTo>
                <a:lnTo>
                  <a:pt x="643500" y="21713"/>
                </a:lnTo>
                <a:lnTo>
                  <a:pt x="597499" y="31008"/>
                </a:lnTo>
                <a:lnTo>
                  <a:pt x="552139" y="41877"/>
                </a:lnTo>
                <a:lnTo>
                  <a:pt x="507448" y="54288"/>
                </a:lnTo>
                <a:lnTo>
                  <a:pt x="463451" y="68210"/>
                </a:lnTo>
                <a:lnTo>
                  <a:pt x="420177" y="83612"/>
                </a:lnTo>
                <a:lnTo>
                  <a:pt x="377654" y="100461"/>
                </a:lnTo>
                <a:lnTo>
                  <a:pt x="335907" y="118725"/>
                </a:lnTo>
                <a:lnTo>
                  <a:pt x="294966" y="138375"/>
                </a:lnTo>
                <a:lnTo>
                  <a:pt x="254856" y="159376"/>
                </a:lnTo>
                <a:lnTo>
                  <a:pt x="215605" y="181699"/>
                </a:lnTo>
                <a:lnTo>
                  <a:pt x="177241" y="205311"/>
                </a:lnTo>
                <a:lnTo>
                  <a:pt x="139791" y="230181"/>
                </a:lnTo>
                <a:lnTo>
                  <a:pt x="103282" y="256277"/>
                </a:lnTo>
                <a:lnTo>
                  <a:pt x="67742" y="283567"/>
                </a:lnTo>
                <a:lnTo>
                  <a:pt x="33197" y="312020"/>
                </a:lnTo>
                <a:lnTo>
                  <a:pt x="0" y="341319"/>
                </a:lnTo>
              </a:path>
            </a:pathLst>
          </a:custGeom>
          <a:ln w="10134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8" name="object 214">
            <a:extLst>
              <a:ext uri="{FF2B5EF4-FFF2-40B4-BE49-F238E27FC236}">
                <a16:creationId xmlns:a16="http://schemas.microsoft.com/office/drawing/2014/main" id="{AE2E3FC2-680A-B5FB-40EB-DDD44CB4E382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634170" y="1851797"/>
            <a:ext cx="1784387" cy="1784642"/>
          </a:xfrm>
          <a:prstGeom prst="rect">
            <a:avLst/>
          </a:prstGeom>
        </p:spPr>
      </p:pic>
      <p:pic>
        <p:nvPicPr>
          <p:cNvPr id="9" name="object 215">
            <a:extLst>
              <a:ext uri="{FF2B5EF4-FFF2-40B4-BE49-F238E27FC236}">
                <a16:creationId xmlns:a16="http://schemas.microsoft.com/office/drawing/2014/main" id="{D7A10BD1-70C3-A39C-A10A-37E46B183FDC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121631" y="6083903"/>
            <a:ext cx="677039" cy="6775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B1D22E-A456-2EED-61C7-922550F3676A}"/>
              </a:ext>
            </a:extLst>
          </p:cNvPr>
          <p:cNvSpPr txBox="1"/>
          <p:nvPr userDrawn="1"/>
        </p:nvSpPr>
        <p:spPr bwMode="auto">
          <a:xfrm>
            <a:off x="334963" y="2744118"/>
            <a:ext cx="115220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ru-RU" sz="28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3165487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Базовый слайд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 hidden="1"/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5030307020205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6000" y="908725"/>
            <a:ext cx="11520000" cy="21544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F3ED5B-DA7C-4766-98AC-902F744E6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150528"/>
            <a:ext cx="11520000" cy="369332"/>
          </a:xfrm>
        </p:spPr>
        <p:txBody>
          <a:bodyPr vert="horz"/>
          <a:lstStyle>
            <a:lvl1pPr>
              <a:defRPr b="1"/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05320-B1AF-31D5-71BA-423AC0DFE55C}"/>
              </a:ext>
            </a:extLst>
          </p:cNvPr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0F17F82-0058-D7C0-A101-CD80A644AB71}"/>
              </a:ext>
            </a:extLst>
          </p:cNvPr>
          <p:cNvCxnSpPr>
            <a:cxnSpLocks/>
          </p:cNvCxnSpPr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3345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 hidden="1">
            <a:extLst>
              <a:ext uri="{FF2B5EF4-FFF2-40B4-BE49-F238E27FC236}">
                <a16:creationId xmlns:a16="http://schemas.microsoft.com/office/drawing/2014/main" id="{6ABB0028-3C18-4871-A0BC-367619F943B9}"/>
              </a:ext>
            </a:extLst>
          </p:cNvPr>
          <p:cNvGraphicFramePr>
            <a:graphicFrameLocks noChangeAspect="1"/>
          </p:cNvGraphicFramePr>
          <p:nvPr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571493799"/>
              </p:ext>
            </p:extLst>
          </p:nvPr>
        </p:nvGraphicFramePr>
        <p:xfrm>
          <a:off x="1813" y="1441"/>
          <a:ext cx="1809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23" imgW="384" imgH="384" progId="TCLayout.ActiveDocument.1">
                  <p:embed/>
                </p:oleObj>
              </mc:Choice>
              <mc:Fallback>
                <p:oleObj name="Слайд think-cell" r:id="rId23" imgW="384" imgH="384" progId="TCLayout.ActiveDocument.1">
                  <p:embed/>
                  <p:pic>
                    <p:nvPicPr>
                      <p:cNvPr id="7" name="Объект 6" hidden="1">
                        <a:extLst>
                          <a:ext uri="{FF2B5EF4-FFF2-40B4-BE49-F238E27FC236}">
                            <a16:creationId xmlns:a16="http://schemas.microsoft.com/office/drawing/2014/main" id="{6ABB0028-3C18-4871-A0BC-367619F943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813" y="1441"/>
                        <a:ext cx="1809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36000" y="50800"/>
            <a:ext cx="11520000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ru-RU" dirty="0" err="1"/>
              <a:t>pt</a:t>
            </a:r>
            <a:r>
              <a:rPr lang="ru-RU" dirty="0"/>
              <a:t>) </a:t>
            </a:r>
          </a:p>
        </p:txBody>
      </p:sp>
      <p:grpSp>
        <p:nvGrpSpPr>
          <p:cNvPr id="72" name="ИЦ" hidden="1">
            <a:extLst>
              <a:ext uri="{FF2B5EF4-FFF2-40B4-BE49-F238E27FC236}">
                <a16:creationId xmlns:a16="http://schemas.microsoft.com/office/drawing/2014/main" id="{6B5B2CB1-D765-4EB7-A0D1-97E014C2B9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7627"/>
            <a:ext cx="802663" cy="321812"/>
            <a:chOff x="664784" y="6387627"/>
            <a:chExt cx="802663" cy="321812"/>
          </a:xfrm>
          <a:solidFill>
            <a:srgbClr val="6C3F98"/>
          </a:solidFill>
        </p:grpSpPr>
        <p:grpSp>
          <p:nvGrpSpPr>
            <p:cNvPr id="69" name="Группа 68">
              <a:extLst>
                <a:ext uri="{FF2B5EF4-FFF2-40B4-BE49-F238E27FC236}">
                  <a16:creationId xmlns:a16="http://schemas.microsoft.com/office/drawing/2014/main" id="{104C684B-DFF6-4FF0-B92B-43C2B8ED9210}"/>
                </a:ext>
              </a:extLst>
            </p:cNvPr>
            <p:cNvGrpSpPr/>
            <p:nvPr userDrawn="1"/>
          </p:nvGrpSpPr>
          <p:grpSpPr>
            <a:xfrm>
              <a:off x="664784" y="6387627"/>
              <a:ext cx="268176" cy="321812"/>
              <a:chOff x="664784" y="6387627"/>
              <a:chExt cx="268176" cy="321812"/>
            </a:xfrm>
            <a:grpFill/>
          </p:grpSpPr>
          <p:sp>
            <p:nvSpPr>
              <p:cNvPr id="46" name="Полилиния: фигура 45">
                <a:extLst>
                  <a:ext uri="{FF2B5EF4-FFF2-40B4-BE49-F238E27FC236}">
                    <a16:creationId xmlns:a16="http://schemas.microsoft.com/office/drawing/2014/main" id="{54E47518-612B-4097-85E4-906677824D86}"/>
                  </a:ext>
                </a:extLst>
              </p:cNvPr>
              <p:cNvSpPr/>
              <p:nvPr/>
            </p:nvSpPr>
            <p:spPr>
              <a:xfrm>
                <a:off x="664784" y="6387627"/>
                <a:ext cx="268176" cy="321812"/>
              </a:xfrm>
              <a:custGeom>
                <a:avLst/>
                <a:gdLst>
                  <a:gd name="connsiteX0" fmla="*/ 119249 w 268176"/>
                  <a:gd name="connsiteY0" fmla="*/ 305542 h 321811"/>
                  <a:gd name="connsiteX1" fmla="*/ 134625 w 268176"/>
                  <a:gd name="connsiteY1" fmla="*/ 320918 h 321811"/>
                  <a:gd name="connsiteX2" fmla="*/ 227950 w 268176"/>
                  <a:gd name="connsiteY2" fmla="*/ 227592 h 321811"/>
                  <a:gd name="connsiteX3" fmla="*/ 266567 w 268176"/>
                  <a:gd name="connsiteY3" fmla="*/ 134625 h 321811"/>
                  <a:gd name="connsiteX4" fmla="*/ 134625 w 268176"/>
                  <a:gd name="connsiteY4" fmla="*/ 2682 h 321811"/>
                  <a:gd name="connsiteX5" fmla="*/ 2682 w 268176"/>
                  <a:gd name="connsiteY5" fmla="*/ 134267 h 321811"/>
                  <a:gd name="connsiteX6" fmla="*/ 41299 w 268176"/>
                  <a:gd name="connsiteY6" fmla="*/ 227235 h 321811"/>
                  <a:gd name="connsiteX7" fmla="*/ 49166 w 268176"/>
                  <a:gd name="connsiteY7" fmla="*/ 230453 h 321811"/>
                  <a:gd name="connsiteX8" fmla="*/ 59893 w 268176"/>
                  <a:gd name="connsiteY8" fmla="*/ 219726 h 321811"/>
                  <a:gd name="connsiteX9" fmla="*/ 56675 w 268176"/>
                  <a:gd name="connsiteY9" fmla="*/ 211859 h 321811"/>
                  <a:gd name="connsiteX10" fmla="*/ 24493 w 268176"/>
                  <a:gd name="connsiteY10" fmla="*/ 133909 h 321811"/>
                  <a:gd name="connsiteX11" fmla="*/ 134982 w 268176"/>
                  <a:gd name="connsiteY11" fmla="*/ 23421 h 321811"/>
                  <a:gd name="connsiteX12" fmla="*/ 245471 w 268176"/>
                  <a:gd name="connsiteY12" fmla="*/ 133909 h 321811"/>
                  <a:gd name="connsiteX13" fmla="*/ 213290 w 268176"/>
                  <a:gd name="connsiteY13" fmla="*/ 211859 h 321811"/>
                  <a:gd name="connsiteX14" fmla="*/ 119249 w 268176"/>
                  <a:gd name="connsiteY14" fmla="*/ 305542 h 321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8176" h="321811">
                    <a:moveTo>
                      <a:pt x="119249" y="305542"/>
                    </a:moveTo>
                    <a:lnTo>
                      <a:pt x="134625" y="320918"/>
                    </a:lnTo>
                    <a:lnTo>
                      <a:pt x="227950" y="227592"/>
                    </a:lnTo>
                    <a:cubicBezTo>
                      <a:pt x="251907" y="203635"/>
                      <a:pt x="266567" y="170739"/>
                      <a:pt x="266567" y="134625"/>
                    </a:cubicBezTo>
                    <a:cubicBezTo>
                      <a:pt x="266567" y="61681"/>
                      <a:pt x="207569" y="2682"/>
                      <a:pt x="134625" y="2682"/>
                    </a:cubicBezTo>
                    <a:cubicBezTo>
                      <a:pt x="61681" y="2682"/>
                      <a:pt x="2682" y="61323"/>
                      <a:pt x="2682" y="134267"/>
                    </a:cubicBezTo>
                    <a:cubicBezTo>
                      <a:pt x="2682" y="170739"/>
                      <a:pt x="17342" y="203635"/>
                      <a:pt x="41299" y="227235"/>
                    </a:cubicBezTo>
                    <a:cubicBezTo>
                      <a:pt x="43087" y="229023"/>
                      <a:pt x="45948" y="230453"/>
                      <a:pt x="49166" y="230453"/>
                    </a:cubicBezTo>
                    <a:cubicBezTo>
                      <a:pt x="55244" y="230453"/>
                      <a:pt x="59893" y="225447"/>
                      <a:pt x="59893" y="219726"/>
                    </a:cubicBezTo>
                    <a:cubicBezTo>
                      <a:pt x="59893" y="216865"/>
                      <a:pt x="58462" y="214005"/>
                      <a:pt x="56675" y="211859"/>
                    </a:cubicBezTo>
                    <a:cubicBezTo>
                      <a:pt x="36651" y="191836"/>
                      <a:pt x="24493" y="164660"/>
                      <a:pt x="24493" y="133909"/>
                    </a:cubicBezTo>
                    <a:cubicBezTo>
                      <a:pt x="24493" y="73123"/>
                      <a:pt x="74195" y="23421"/>
                      <a:pt x="134982" y="23421"/>
                    </a:cubicBezTo>
                    <a:cubicBezTo>
                      <a:pt x="195769" y="23421"/>
                      <a:pt x="245471" y="73123"/>
                      <a:pt x="245471" y="133909"/>
                    </a:cubicBezTo>
                    <a:cubicBezTo>
                      <a:pt x="245471" y="164303"/>
                      <a:pt x="232956" y="192193"/>
                      <a:pt x="213290" y="211859"/>
                    </a:cubicBezTo>
                    <a:lnTo>
                      <a:pt x="119249" y="30554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>
                <a:extLst>
                  <a:ext uri="{FF2B5EF4-FFF2-40B4-BE49-F238E27FC236}">
                    <a16:creationId xmlns:a16="http://schemas.microsoft.com/office/drawing/2014/main" id="{9D54408C-B4FE-42BA-9555-44A5FFCB14A8}"/>
                  </a:ext>
                </a:extLst>
              </p:cNvPr>
              <p:cNvSpPr/>
              <p:nvPr/>
            </p:nvSpPr>
            <p:spPr>
              <a:xfrm>
                <a:off x="761328" y="6430893"/>
                <a:ext cx="39333" cy="39333"/>
              </a:xfrm>
              <a:custGeom>
                <a:avLst/>
                <a:gdLst>
                  <a:gd name="connsiteX0" fmla="*/ 20918 w 39332"/>
                  <a:gd name="connsiteY0" fmla="*/ 39154 h 39332"/>
                  <a:gd name="connsiteX1" fmla="*/ 39154 w 39332"/>
                  <a:gd name="connsiteY1" fmla="*/ 20918 h 39332"/>
                  <a:gd name="connsiteX2" fmla="*/ 20918 w 39332"/>
                  <a:gd name="connsiteY2" fmla="*/ 2682 h 39332"/>
                  <a:gd name="connsiteX3" fmla="*/ 2682 w 39332"/>
                  <a:gd name="connsiteY3" fmla="*/ 20918 h 39332"/>
                  <a:gd name="connsiteX4" fmla="*/ 20918 w 39332"/>
                  <a:gd name="connsiteY4" fmla="*/ 39154 h 3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332" h="39332">
                    <a:moveTo>
                      <a:pt x="20918" y="39154"/>
                    </a:moveTo>
                    <a:cubicBezTo>
                      <a:pt x="31287" y="39154"/>
                      <a:pt x="39154" y="30930"/>
                      <a:pt x="39154" y="20918"/>
                    </a:cubicBezTo>
                    <a:cubicBezTo>
                      <a:pt x="39154" y="10906"/>
                      <a:pt x="30930" y="2682"/>
                      <a:pt x="20918" y="2682"/>
                    </a:cubicBezTo>
                    <a:cubicBezTo>
                      <a:pt x="10548" y="2682"/>
                      <a:pt x="2682" y="10906"/>
                      <a:pt x="2682" y="20918"/>
                    </a:cubicBezTo>
                    <a:cubicBezTo>
                      <a:pt x="2682" y="30930"/>
                      <a:pt x="10548" y="39154"/>
                      <a:pt x="20918" y="39154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>
                <a:extLst>
                  <a:ext uri="{FF2B5EF4-FFF2-40B4-BE49-F238E27FC236}">
                    <a16:creationId xmlns:a16="http://schemas.microsoft.com/office/drawing/2014/main" id="{F9CA0611-0FCA-45AB-871B-3C06046B0712}"/>
                  </a:ext>
                </a:extLst>
              </p:cNvPr>
              <p:cNvSpPr/>
              <p:nvPr/>
            </p:nvSpPr>
            <p:spPr>
              <a:xfrm>
                <a:off x="744880" y="6475946"/>
                <a:ext cx="71514" cy="135876"/>
              </a:xfrm>
              <a:custGeom>
                <a:avLst/>
                <a:gdLst>
                  <a:gd name="connsiteX0" fmla="*/ 30930 w 71513"/>
                  <a:gd name="connsiteY0" fmla="*/ 44875 h 135876"/>
                  <a:gd name="connsiteX1" fmla="*/ 72050 w 71513"/>
                  <a:gd name="connsiteY1" fmla="*/ 28784 h 135876"/>
                  <a:gd name="connsiteX2" fmla="*/ 72050 w 71513"/>
                  <a:gd name="connsiteY2" fmla="*/ 10191 h 135876"/>
                  <a:gd name="connsiteX3" fmla="*/ 52384 w 71513"/>
                  <a:gd name="connsiteY3" fmla="*/ 2682 h 135876"/>
                  <a:gd name="connsiteX4" fmla="*/ 22348 w 71513"/>
                  <a:gd name="connsiteY4" fmla="*/ 2682 h 135876"/>
                  <a:gd name="connsiteX5" fmla="*/ 2682 w 71513"/>
                  <a:gd name="connsiteY5" fmla="*/ 10191 h 135876"/>
                  <a:gd name="connsiteX6" fmla="*/ 2682 w 71513"/>
                  <a:gd name="connsiteY6" fmla="*/ 67402 h 135876"/>
                  <a:gd name="connsiteX7" fmla="*/ 19488 w 71513"/>
                  <a:gd name="connsiteY7" fmla="*/ 74911 h 135876"/>
                  <a:gd name="connsiteX8" fmla="*/ 25209 w 71513"/>
                  <a:gd name="connsiteY8" fmla="*/ 134267 h 135876"/>
                  <a:gd name="connsiteX9" fmla="*/ 49881 w 71513"/>
                  <a:gd name="connsiteY9" fmla="*/ 134267 h 135876"/>
                  <a:gd name="connsiteX10" fmla="*/ 51669 w 71513"/>
                  <a:gd name="connsiteY10" fmla="*/ 113170 h 135876"/>
                  <a:gd name="connsiteX11" fmla="*/ 30930 w 71513"/>
                  <a:gd name="connsiteY11" fmla="*/ 44875 h 13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513" h="135876">
                    <a:moveTo>
                      <a:pt x="30930" y="44875"/>
                    </a:moveTo>
                    <a:lnTo>
                      <a:pt x="72050" y="28784"/>
                    </a:lnTo>
                    <a:lnTo>
                      <a:pt x="72050" y="10191"/>
                    </a:lnTo>
                    <a:lnTo>
                      <a:pt x="52384" y="2682"/>
                    </a:lnTo>
                    <a:lnTo>
                      <a:pt x="22348" y="2682"/>
                    </a:lnTo>
                    <a:lnTo>
                      <a:pt x="2682" y="10191"/>
                    </a:lnTo>
                    <a:lnTo>
                      <a:pt x="2682" y="67402"/>
                    </a:lnTo>
                    <a:lnTo>
                      <a:pt x="19488" y="74911"/>
                    </a:lnTo>
                    <a:lnTo>
                      <a:pt x="25209" y="134267"/>
                    </a:lnTo>
                    <a:lnTo>
                      <a:pt x="49881" y="134267"/>
                    </a:lnTo>
                    <a:lnTo>
                      <a:pt x="51669" y="113170"/>
                    </a:lnTo>
                    <a:cubicBezTo>
                      <a:pt x="26996" y="84565"/>
                      <a:pt x="30930" y="44875"/>
                      <a:pt x="30930" y="4487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>
                <a:extLst>
                  <a:ext uri="{FF2B5EF4-FFF2-40B4-BE49-F238E27FC236}">
                    <a16:creationId xmlns:a16="http://schemas.microsoft.com/office/drawing/2014/main" id="{B5503841-C42F-464A-86B9-9EAA8A907C0A}"/>
                  </a:ext>
                </a:extLst>
              </p:cNvPr>
              <p:cNvSpPr/>
              <p:nvPr/>
            </p:nvSpPr>
            <p:spPr>
              <a:xfrm>
                <a:off x="768529" y="6496685"/>
                <a:ext cx="96544" cy="114422"/>
              </a:xfrm>
              <a:custGeom>
                <a:avLst/>
                <a:gdLst>
                  <a:gd name="connsiteX0" fmla="*/ 11213 w 96543"/>
                  <a:gd name="connsiteY0" fmla="*/ 26996 h 114421"/>
                  <a:gd name="connsiteX1" fmla="*/ 48400 w 96543"/>
                  <a:gd name="connsiteY1" fmla="*/ 103516 h 114421"/>
                  <a:gd name="connsiteX2" fmla="*/ 85588 w 96543"/>
                  <a:gd name="connsiteY2" fmla="*/ 26996 h 114421"/>
                  <a:gd name="connsiteX3" fmla="*/ 48400 w 96543"/>
                  <a:gd name="connsiteY3" fmla="*/ 12336 h 114421"/>
                  <a:gd name="connsiteX4" fmla="*/ 11213 w 96543"/>
                  <a:gd name="connsiteY4" fmla="*/ 26996 h 114421"/>
                  <a:gd name="connsiteX5" fmla="*/ 48400 w 96543"/>
                  <a:gd name="connsiteY5" fmla="*/ 113170 h 114421"/>
                  <a:gd name="connsiteX6" fmla="*/ 46255 w 96543"/>
                  <a:gd name="connsiteY6" fmla="*/ 112098 h 114421"/>
                  <a:gd name="connsiteX7" fmla="*/ 2989 w 96543"/>
                  <a:gd name="connsiteY7" fmla="*/ 23421 h 114421"/>
                  <a:gd name="connsiteX8" fmla="*/ 3347 w 96543"/>
                  <a:gd name="connsiteY8" fmla="*/ 20560 h 114421"/>
                  <a:gd name="connsiteX9" fmla="*/ 48400 w 96543"/>
                  <a:gd name="connsiteY9" fmla="*/ 2682 h 114421"/>
                  <a:gd name="connsiteX10" fmla="*/ 93454 w 96543"/>
                  <a:gd name="connsiteY10" fmla="*/ 20560 h 114421"/>
                  <a:gd name="connsiteX11" fmla="*/ 93812 w 96543"/>
                  <a:gd name="connsiteY11" fmla="*/ 23421 h 114421"/>
                  <a:gd name="connsiteX12" fmla="*/ 50546 w 96543"/>
                  <a:gd name="connsiteY12" fmla="*/ 112098 h 114421"/>
                  <a:gd name="connsiteX13" fmla="*/ 48400 w 96543"/>
                  <a:gd name="connsiteY13" fmla="*/ 113170 h 11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6543" h="114421">
                    <a:moveTo>
                      <a:pt x="11213" y="26996"/>
                    </a:moveTo>
                    <a:cubicBezTo>
                      <a:pt x="10856" y="38081"/>
                      <a:pt x="11929" y="82420"/>
                      <a:pt x="48400" y="103516"/>
                    </a:cubicBezTo>
                    <a:cubicBezTo>
                      <a:pt x="84872" y="82420"/>
                      <a:pt x="85945" y="38081"/>
                      <a:pt x="85588" y="26996"/>
                    </a:cubicBezTo>
                    <a:lnTo>
                      <a:pt x="48400" y="12336"/>
                    </a:lnTo>
                    <a:lnTo>
                      <a:pt x="11213" y="26996"/>
                    </a:lnTo>
                    <a:close/>
                    <a:moveTo>
                      <a:pt x="48400" y="113170"/>
                    </a:moveTo>
                    <a:lnTo>
                      <a:pt x="46255" y="112098"/>
                    </a:lnTo>
                    <a:cubicBezTo>
                      <a:pt x="-2374" y="85638"/>
                      <a:pt x="2632" y="25924"/>
                      <a:pt x="2989" y="23421"/>
                    </a:cubicBezTo>
                    <a:lnTo>
                      <a:pt x="3347" y="20560"/>
                    </a:lnTo>
                    <a:lnTo>
                      <a:pt x="48400" y="2682"/>
                    </a:lnTo>
                    <a:lnTo>
                      <a:pt x="93454" y="20560"/>
                    </a:lnTo>
                    <a:lnTo>
                      <a:pt x="93812" y="23421"/>
                    </a:lnTo>
                    <a:cubicBezTo>
                      <a:pt x="94169" y="25924"/>
                      <a:pt x="99175" y="85638"/>
                      <a:pt x="50546" y="112098"/>
                    </a:cubicBezTo>
                    <a:lnTo>
                      <a:pt x="48400" y="1131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Группа 69">
              <a:extLst>
                <a:ext uri="{FF2B5EF4-FFF2-40B4-BE49-F238E27FC236}">
                  <a16:creationId xmlns:a16="http://schemas.microsoft.com/office/drawing/2014/main" id="{4EB69512-49B2-46B0-894B-070F8C4D61AA}"/>
                </a:ext>
              </a:extLst>
            </p:cNvPr>
            <p:cNvGrpSpPr/>
            <p:nvPr userDrawn="1"/>
          </p:nvGrpSpPr>
          <p:grpSpPr>
            <a:xfrm>
              <a:off x="974003" y="6437687"/>
              <a:ext cx="493444" cy="173778"/>
              <a:chOff x="995893" y="6437687"/>
              <a:chExt cx="493444" cy="173778"/>
            </a:xfrm>
            <a:grpFill/>
          </p:grpSpPr>
          <p:sp>
            <p:nvSpPr>
              <p:cNvPr id="50" name="Полилиния: фигура 49">
                <a:extLst>
                  <a:ext uri="{FF2B5EF4-FFF2-40B4-BE49-F238E27FC236}">
                    <a16:creationId xmlns:a16="http://schemas.microsoft.com/office/drawing/2014/main" id="{5DC03B64-2D4B-43E6-82BE-523229540B2B}"/>
                  </a:ext>
                </a:extLst>
              </p:cNvPr>
              <p:cNvSpPr/>
              <p:nvPr/>
            </p:nvSpPr>
            <p:spPr>
              <a:xfrm>
                <a:off x="1002329" y="6439117"/>
                <a:ext cx="50060" cy="64362"/>
              </a:xfrm>
              <a:custGeom>
                <a:avLst/>
                <a:gdLst>
                  <a:gd name="connsiteX0" fmla="*/ 48451 w 50059"/>
                  <a:gd name="connsiteY0" fmla="*/ 44160 h 64362"/>
                  <a:gd name="connsiteX1" fmla="*/ 26996 w 50059"/>
                  <a:gd name="connsiteY1" fmla="*/ 62396 h 64362"/>
                  <a:gd name="connsiteX2" fmla="*/ 2682 w 50059"/>
                  <a:gd name="connsiteY2" fmla="*/ 62396 h 64362"/>
                  <a:gd name="connsiteX3" fmla="*/ 2682 w 50059"/>
                  <a:gd name="connsiteY3" fmla="*/ 2682 h 64362"/>
                  <a:gd name="connsiteX4" fmla="*/ 44517 w 50059"/>
                  <a:gd name="connsiteY4" fmla="*/ 2682 h 64362"/>
                  <a:gd name="connsiteX5" fmla="*/ 40942 w 50059"/>
                  <a:gd name="connsiteY5" fmla="*/ 12694 h 64362"/>
                  <a:gd name="connsiteX6" fmla="*/ 13766 w 50059"/>
                  <a:gd name="connsiteY6" fmla="*/ 12694 h 64362"/>
                  <a:gd name="connsiteX7" fmla="*/ 13766 w 50059"/>
                  <a:gd name="connsiteY7" fmla="*/ 25924 h 64362"/>
                  <a:gd name="connsiteX8" fmla="*/ 26996 w 50059"/>
                  <a:gd name="connsiteY8" fmla="*/ 25924 h 64362"/>
                  <a:gd name="connsiteX9" fmla="*/ 48451 w 50059"/>
                  <a:gd name="connsiteY9" fmla="*/ 44160 h 64362"/>
                  <a:gd name="connsiteX10" fmla="*/ 25924 w 50059"/>
                  <a:gd name="connsiteY10" fmla="*/ 35221 h 64362"/>
                  <a:gd name="connsiteX11" fmla="*/ 13766 w 50059"/>
                  <a:gd name="connsiteY11" fmla="*/ 35221 h 64362"/>
                  <a:gd name="connsiteX12" fmla="*/ 13766 w 50059"/>
                  <a:gd name="connsiteY12" fmla="*/ 53099 h 64362"/>
                  <a:gd name="connsiteX13" fmla="*/ 25924 w 50059"/>
                  <a:gd name="connsiteY13" fmla="*/ 53099 h 64362"/>
                  <a:gd name="connsiteX14" fmla="*/ 36651 w 50059"/>
                  <a:gd name="connsiteY14" fmla="*/ 44160 h 64362"/>
                  <a:gd name="connsiteX15" fmla="*/ 25924 w 50059"/>
                  <a:gd name="connsiteY15" fmla="*/ 3522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0059" h="64362">
                    <a:moveTo>
                      <a:pt x="48451" y="44160"/>
                    </a:moveTo>
                    <a:cubicBezTo>
                      <a:pt x="48451" y="54887"/>
                      <a:pt x="40226" y="62396"/>
                      <a:pt x="26996" y="62396"/>
                    </a:cubicBezTo>
                    <a:lnTo>
                      <a:pt x="2682" y="62396"/>
                    </a:lnTo>
                    <a:lnTo>
                      <a:pt x="2682" y="2682"/>
                    </a:lnTo>
                    <a:lnTo>
                      <a:pt x="44517" y="2682"/>
                    </a:lnTo>
                    <a:lnTo>
                      <a:pt x="40942" y="12694"/>
                    </a:lnTo>
                    <a:lnTo>
                      <a:pt x="13766" y="12694"/>
                    </a:lnTo>
                    <a:lnTo>
                      <a:pt x="13766" y="25924"/>
                    </a:lnTo>
                    <a:lnTo>
                      <a:pt x="26996" y="25924"/>
                    </a:lnTo>
                    <a:cubicBezTo>
                      <a:pt x="40226" y="25924"/>
                      <a:pt x="48451" y="33433"/>
                      <a:pt x="48451" y="44160"/>
                    </a:cubicBezTo>
                    <a:close/>
                    <a:moveTo>
                      <a:pt x="25924" y="35221"/>
                    </a:moveTo>
                    <a:lnTo>
                      <a:pt x="13766" y="35221"/>
                    </a:lnTo>
                    <a:lnTo>
                      <a:pt x="13766" y="53099"/>
                    </a:lnTo>
                    <a:lnTo>
                      <a:pt x="25924" y="53099"/>
                    </a:lnTo>
                    <a:cubicBezTo>
                      <a:pt x="32360" y="53099"/>
                      <a:pt x="36651" y="50238"/>
                      <a:pt x="36651" y="44160"/>
                    </a:cubicBezTo>
                    <a:cubicBezTo>
                      <a:pt x="36293" y="38439"/>
                      <a:pt x="32002" y="35221"/>
                      <a:pt x="25924" y="352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id="{A188215A-A4D8-451A-AD92-8AD4727C7D28}"/>
                  </a:ext>
                </a:extLst>
              </p:cNvPr>
              <p:cNvSpPr/>
              <p:nvPr/>
            </p:nvSpPr>
            <p:spPr>
              <a:xfrm>
                <a:off x="1053819" y="6455207"/>
                <a:ext cx="46484" cy="46484"/>
              </a:xfrm>
              <a:custGeom>
                <a:avLst/>
                <a:gdLst>
                  <a:gd name="connsiteX0" fmla="*/ 2682 w 46483"/>
                  <a:gd name="connsiteY0" fmla="*/ 25209 h 46483"/>
                  <a:gd name="connsiteX1" fmla="*/ 23778 w 46483"/>
                  <a:gd name="connsiteY1" fmla="*/ 2682 h 46483"/>
                  <a:gd name="connsiteX2" fmla="*/ 44517 w 46483"/>
                  <a:gd name="connsiteY2" fmla="*/ 26281 h 46483"/>
                  <a:gd name="connsiteX3" fmla="*/ 44517 w 46483"/>
                  <a:gd name="connsiteY3" fmla="*/ 28427 h 46483"/>
                  <a:gd name="connsiteX4" fmla="*/ 14482 w 46483"/>
                  <a:gd name="connsiteY4" fmla="*/ 28427 h 46483"/>
                  <a:gd name="connsiteX5" fmla="*/ 25924 w 46483"/>
                  <a:gd name="connsiteY5" fmla="*/ 37723 h 46483"/>
                  <a:gd name="connsiteX6" fmla="*/ 35578 w 46483"/>
                  <a:gd name="connsiteY6" fmla="*/ 33433 h 46483"/>
                  <a:gd name="connsiteX7" fmla="*/ 42372 w 46483"/>
                  <a:gd name="connsiteY7" fmla="*/ 40226 h 46483"/>
                  <a:gd name="connsiteX8" fmla="*/ 24493 w 46483"/>
                  <a:gd name="connsiteY8" fmla="*/ 47020 h 46483"/>
                  <a:gd name="connsiteX9" fmla="*/ 2682 w 46483"/>
                  <a:gd name="connsiteY9" fmla="*/ 25209 h 46483"/>
                  <a:gd name="connsiteX10" fmla="*/ 32718 w 46483"/>
                  <a:gd name="connsiteY10" fmla="*/ 20560 h 46483"/>
                  <a:gd name="connsiteX11" fmla="*/ 23421 w 46483"/>
                  <a:gd name="connsiteY11" fmla="*/ 11263 h 46483"/>
                  <a:gd name="connsiteX12" fmla="*/ 13766 w 46483"/>
                  <a:gd name="connsiteY12" fmla="*/ 20560 h 46483"/>
                  <a:gd name="connsiteX13" fmla="*/ 32718 w 46483"/>
                  <a:gd name="connsiteY13" fmla="*/ 20560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483" h="46483">
                    <a:moveTo>
                      <a:pt x="2682" y="25209"/>
                    </a:moveTo>
                    <a:cubicBezTo>
                      <a:pt x="2682" y="11979"/>
                      <a:pt x="11621" y="2682"/>
                      <a:pt x="23778" y="2682"/>
                    </a:cubicBezTo>
                    <a:cubicBezTo>
                      <a:pt x="35221" y="2682"/>
                      <a:pt x="44517" y="10191"/>
                      <a:pt x="44517" y="26281"/>
                    </a:cubicBezTo>
                    <a:lnTo>
                      <a:pt x="44517" y="28427"/>
                    </a:lnTo>
                    <a:lnTo>
                      <a:pt x="14482" y="28427"/>
                    </a:lnTo>
                    <a:cubicBezTo>
                      <a:pt x="15554" y="34863"/>
                      <a:pt x="20560" y="37723"/>
                      <a:pt x="25924" y="37723"/>
                    </a:cubicBezTo>
                    <a:cubicBezTo>
                      <a:pt x="29857" y="37723"/>
                      <a:pt x="33433" y="35936"/>
                      <a:pt x="35578" y="33433"/>
                    </a:cubicBezTo>
                    <a:lnTo>
                      <a:pt x="42372" y="40226"/>
                    </a:lnTo>
                    <a:cubicBezTo>
                      <a:pt x="37724" y="44875"/>
                      <a:pt x="31645" y="47020"/>
                      <a:pt x="24493" y="47020"/>
                    </a:cubicBezTo>
                    <a:cubicBezTo>
                      <a:pt x="13051" y="47378"/>
                      <a:pt x="2682" y="39154"/>
                      <a:pt x="2682" y="25209"/>
                    </a:cubicBezTo>
                    <a:close/>
                    <a:moveTo>
                      <a:pt x="32718" y="20560"/>
                    </a:moveTo>
                    <a:cubicBezTo>
                      <a:pt x="32360" y="15197"/>
                      <a:pt x="28784" y="11263"/>
                      <a:pt x="23421" y="11263"/>
                    </a:cubicBezTo>
                    <a:cubicBezTo>
                      <a:pt x="18057" y="11263"/>
                      <a:pt x="14482" y="15554"/>
                      <a:pt x="13766" y="20560"/>
                    </a:cubicBezTo>
                    <a:lnTo>
                      <a:pt x="32718" y="2056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>
                <a:extLst>
                  <a:ext uri="{FF2B5EF4-FFF2-40B4-BE49-F238E27FC236}">
                    <a16:creationId xmlns:a16="http://schemas.microsoft.com/office/drawing/2014/main" id="{9D4BECD6-CC15-462B-930F-CA1D06D741DD}"/>
                  </a:ext>
                </a:extLst>
              </p:cNvPr>
              <p:cNvSpPr/>
              <p:nvPr/>
            </p:nvSpPr>
            <p:spPr>
              <a:xfrm>
                <a:off x="1099588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41657 h 50059"/>
                  <a:gd name="connsiteX1" fmla="*/ 9476 w 42908"/>
                  <a:gd name="connsiteY1" fmla="*/ 34863 h 50059"/>
                  <a:gd name="connsiteX2" fmla="*/ 20918 w 42908"/>
                  <a:gd name="connsiteY2" fmla="*/ 38796 h 50059"/>
                  <a:gd name="connsiteX3" fmla="*/ 28784 w 42908"/>
                  <a:gd name="connsiteY3" fmla="*/ 33790 h 50059"/>
                  <a:gd name="connsiteX4" fmla="*/ 20560 w 42908"/>
                  <a:gd name="connsiteY4" fmla="*/ 29142 h 50059"/>
                  <a:gd name="connsiteX5" fmla="*/ 14839 w 42908"/>
                  <a:gd name="connsiteY5" fmla="*/ 29142 h 50059"/>
                  <a:gd name="connsiteX6" fmla="*/ 14839 w 42908"/>
                  <a:gd name="connsiteY6" fmla="*/ 20560 h 50059"/>
                  <a:gd name="connsiteX7" fmla="*/ 20918 w 42908"/>
                  <a:gd name="connsiteY7" fmla="*/ 20560 h 50059"/>
                  <a:gd name="connsiteX8" fmla="*/ 28069 w 42908"/>
                  <a:gd name="connsiteY8" fmla="*/ 15912 h 50059"/>
                  <a:gd name="connsiteX9" fmla="*/ 21633 w 42908"/>
                  <a:gd name="connsiteY9" fmla="*/ 11621 h 50059"/>
                  <a:gd name="connsiteX10" fmla="*/ 10906 w 42908"/>
                  <a:gd name="connsiteY10" fmla="*/ 14839 h 50059"/>
                  <a:gd name="connsiteX11" fmla="*/ 4470 w 42908"/>
                  <a:gd name="connsiteY11" fmla="*/ 8403 h 50059"/>
                  <a:gd name="connsiteX12" fmla="*/ 22348 w 42908"/>
                  <a:gd name="connsiteY12" fmla="*/ 2682 h 50059"/>
                  <a:gd name="connsiteX13" fmla="*/ 38796 w 42908"/>
                  <a:gd name="connsiteY13" fmla="*/ 14839 h 50059"/>
                  <a:gd name="connsiteX14" fmla="*/ 33075 w 42908"/>
                  <a:gd name="connsiteY14" fmla="*/ 24136 h 50059"/>
                  <a:gd name="connsiteX15" fmla="*/ 33075 w 42908"/>
                  <a:gd name="connsiteY15" fmla="*/ 24136 h 50059"/>
                  <a:gd name="connsiteX16" fmla="*/ 40226 w 42908"/>
                  <a:gd name="connsiteY16" fmla="*/ 33790 h 50059"/>
                  <a:gd name="connsiteX17" fmla="*/ 21633 w 42908"/>
                  <a:gd name="connsiteY17" fmla="*/ 47378 h 50059"/>
                  <a:gd name="connsiteX18" fmla="*/ 2682 w 42908"/>
                  <a:gd name="connsiteY18" fmla="*/ 41657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908" h="50059">
                    <a:moveTo>
                      <a:pt x="2682" y="41657"/>
                    </a:moveTo>
                    <a:lnTo>
                      <a:pt x="9476" y="34863"/>
                    </a:lnTo>
                    <a:cubicBezTo>
                      <a:pt x="11979" y="37008"/>
                      <a:pt x="16627" y="38796"/>
                      <a:pt x="20918" y="38796"/>
                    </a:cubicBezTo>
                    <a:cubicBezTo>
                      <a:pt x="25566" y="38796"/>
                      <a:pt x="28784" y="37008"/>
                      <a:pt x="28784" y="33790"/>
                    </a:cubicBezTo>
                    <a:cubicBezTo>
                      <a:pt x="28784" y="30930"/>
                      <a:pt x="26639" y="29142"/>
                      <a:pt x="20560" y="29142"/>
                    </a:cubicBezTo>
                    <a:lnTo>
                      <a:pt x="14839" y="29142"/>
                    </a:lnTo>
                    <a:lnTo>
                      <a:pt x="14839" y="20560"/>
                    </a:lnTo>
                    <a:lnTo>
                      <a:pt x="20918" y="20560"/>
                    </a:lnTo>
                    <a:cubicBezTo>
                      <a:pt x="25566" y="20560"/>
                      <a:pt x="28069" y="18415"/>
                      <a:pt x="28069" y="15912"/>
                    </a:cubicBezTo>
                    <a:cubicBezTo>
                      <a:pt x="28069" y="13051"/>
                      <a:pt x="24851" y="11621"/>
                      <a:pt x="21633" y="11621"/>
                    </a:cubicBezTo>
                    <a:cubicBezTo>
                      <a:pt x="18415" y="11621"/>
                      <a:pt x="13766" y="13051"/>
                      <a:pt x="10906" y="14839"/>
                    </a:cubicBezTo>
                    <a:lnTo>
                      <a:pt x="4470" y="8403"/>
                    </a:lnTo>
                    <a:cubicBezTo>
                      <a:pt x="9118" y="4827"/>
                      <a:pt x="16269" y="2682"/>
                      <a:pt x="22348" y="2682"/>
                    </a:cubicBezTo>
                    <a:cubicBezTo>
                      <a:pt x="31645" y="2682"/>
                      <a:pt x="38796" y="7688"/>
                      <a:pt x="38796" y="14839"/>
                    </a:cubicBezTo>
                    <a:cubicBezTo>
                      <a:pt x="38796" y="18772"/>
                      <a:pt x="36651" y="22348"/>
                      <a:pt x="33075" y="24136"/>
                    </a:cubicBezTo>
                    <a:lnTo>
                      <a:pt x="33075" y="24136"/>
                    </a:lnTo>
                    <a:cubicBezTo>
                      <a:pt x="37366" y="25566"/>
                      <a:pt x="40226" y="29499"/>
                      <a:pt x="40226" y="33790"/>
                    </a:cubicBezTo>
                    <a:cubicBezTo>
                      <a:pt x="40226" y="42014"/>
                      <a:pt x="32002" y="47378"/>
                      <a:pt x="21633" y="47378"/>
                    </a:cubicBezTo>
                    <a:cubicBezTo>
                      <a:pt x="12694" y="47378"/>
                      <a:pt x="6973" y="44875"/>
                      <a:pt x="2682" y="416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>
                <a:extLst>
                  <a:ext uri="{FF2B5EF4-FFF2-40B4-BE49-F238E27FC236}">
                    <a16:creationId xmlns:a16="http://schemas.microsoft.com/office/drawing/2014/main" id="{62DBB99B-61B0-44B9-AB1B-244BDB52121B}"/>
                  </a:ext>
                </a:extLst>
              </p:cNvPr>
              <p:cNvSpPr/>
              <p:nvPr/>
            </p:nvSpPr>
            <p:spPr>
              <a:xfrm>
                <a:off x="1143211" y="6454850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5221 w 46483"/>
                  <a:gd name="connsiteY5" fmla="*/ 25209 h 50059"/>
                  <a:gd name="connsiteX6" fmla="*/ 24493 w 46483"/>
                  <a:gd name="connsiteY6" fmla="*/ 12336 h 50059"/>
                  <a:gd name="connsiteX7" fmla="*/ 13766 w 46483"/>
                  <a:gd name="connsiteY7" fmla="*/ 25209 h 50059"/>
                  <a:gd name="connsiteX8" fmla="*/ 24493 w 46483"/>
                  <a:gd name="connsiteY8" fmla="*/ 38081 h 50059"/>
                  <a:gd name="connsiteX9" fmla="*/ 35221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5221" y="25209"/>
                    </a:moveTo>
                    <a:cubicBezTo>
                      <a:pt x="35221" y="17700"/>
                      <a:pt x="30930" y="12336"/>
                      <a:pt x="24493" y="12336"/>
                    </a:cubicBezTo>
                    <a:cubicBezTo>
                      <a:pt x="18057" y="12336"/>
                      <a:pt x="13766" y="17700"/>
                      <a:pt x="13766" y="25209"/>
                    </a:cubicBezTo>
                    <a:cubicBezTo>
                      <a:pt x="13766" y="32718"/>
                      <a:pt x="18057" y="38081"/>
                      <a:pt x="24493" y="38081"/>
                    </a:cubicBezTo>
                    <a:cubicBezTo>
                      <a:pt x="30930" y="38439"/>
                      <a:pt x="35221" y="32718"/>
                      <a:pt x="35221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4" name="Полилиния: фигура 53">
                <a:extLst>
                  <a:ext uri="{FF2B5EF4-FFF2-40B4-BE49-F238E27FC236}">
                    <a16:creationId xmlns:a16="http://schemas.microsoft.com/office/drawing/2014/main" id="{CEF13053-4C18-4928-A2E8-EC57B50D8CC3}"/>
                  </a:ext>
                </a:extLst>
              </p:cNvPr>
              <p:cNvSpPr/>
              <p:nvPr/>
            </p:nvSpPr>
            <p:spPr>
              <a:xfrm>
                <a:off x="1196131" y="6455923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>
                <a:extLst>
                  <a:ext uri="{FF2B5EF4-FFF2-40B4-BE49-F238E27FC236}">
                    <a16:creationId xmlns:a16="http://schemas.microsoft.com/office/drawing/2014/main" id="{478EE83C-00C3-4615-B3CC-47BE42518D27}"/>
                  </a:ext>
                </a:extLst>
              </p:cNvPr>
              <p:cNvSpPr/>
              <p:nvPr/>
            </p:nvSpPr>
            <p:spPr>
              <a:xfrm>
                <a:off x="1241543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0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0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6" name="Полилиния: фигура 55">
                <a:extLst>
                  <a:ext uri="{FF2B5EF4-FFF2-40B4-BE49-F238E27FC236}">
                    <a16:creationId xmlns:a16="http://schemas.microsoft.com/office/drawing/2014/main" id="{306B7AC0-B576-45D3-9C45-23B3869D0A5B}"/>
                  </a:ext>
                </a:extLst>
              </p:cNvPr>
              <p:cNvSpPr/>
              <p:nvPr/>
            </p:nvSpPr>
            <p:spPr>
              <a:xfrm>
                <a:off x="1287669" y="6454850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>
                <a:extLst>
                  <a:ext uri="{FF2B5EF4-FFF2-40B4-BE49-F238E27FC236}">
                    <a16:creationId xmlns:a16="http://schemas.microsoft.com/office/drawing/2014/main" id="{74A85836-34D4-48F0-9B18-203E8C4E6975}"/>
                  </a:ext>
                </a:extLst>
              </p:cNvPr>
              <p:cNvSpPr/>
              <p:nvPr/>
            </p:nvSpPr>
            <p:spPr>
              <a:xfrm>
                <a:off x="1332723" y="6455923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8" name="Полилиния: фигура 57">
                <a:extLst>
                  <a:ext uri="{FF2B5EF4-FFF2-40B4-BE49-F238E27FC236}">
                    <a16:creationId xmlns:a16="http://schemas.microsoft.com/office/drawing/2014/main" id="{245A0227-793F-496D-8C1F-0DFEE7995160}"/>
                  </a:ext>
                </a:extLst>
              </p:cNvPr>
              <p:cNvSpPr/>
              <p:nvPr/>
            </p:nvSpPr>
            <p:spPr>
              <a:xfrm>
                <a:off x="1382425" y="6455923"/>
                <a:ext cx="57211" cy="46484"/>
              </a:xfrm>
              <a:custGeom>
                <a:avLst/>
                <a:gdLst>
                  <a:gd name="connsiteX0" fmla="*/ 13409 w 57210"/>
                  <a:gd name="connsiteY0" fmla="*/ 2682 h 46483"/>
                  <a:gd name="connsiteX1" fmla="*/ 13409 w 57210"/>
                  <a:gd name="connsiteY1" fmla="*/ 15554 h 46483"/>
                  <a:gd name="connsiteX2" fmla="*/ 22348 w 57210"/>
                  <a:gd name="connsiteY2" fmla="*/ 15554 h 46483"/>
                  <a:gd name="connsiteX3" fmla="*/ 39154 w 57210"/>
                  <a:gd name="connsiteY3" fmla="*/ 30572 h 46483"/>
                  <a:gd name="connsiteX4" fmla="*/ 22348 w 57210"/>
                  <a:gd name="connsiteY4" fmla="*/ 45590 h 46483"/>
                  <a:gd name="connsiteX5" fmla="*/ 2682 w 57210"/>
                  <a:gd name="connsiteY5" fmla="*/ 45590 h 46483"/>
                  <a:gd name="connsiteX6" fmla="*/ 2682 w 57210"/>
                  <a:gd name="connsiteY6" fmla="*/ 2682 h 46483"/>
                  <a:gd name="connsiteX7" fmla="*/ 13409 w 57210"/>
                  <a:gd name="connsiteY7" fmla="*/ 2682 h 46483"/>
                  <a:gd name="connsiteX8" fmla="*/ 20560 w 57210"/>
                  <a:gd name="connsiteY8" fmla="*/ 37008 h 46483"/>
                  <a:gd name="connsiteX9" fmla="*/ 27354 w 57210"/>
                  <a:gd name="connsiteY9" fmla="*/ 30930 h 46483"/>
                  <a:gd name="connsiteX10" fmla="*/ 20560 w 57210"/>
                  <a:gd name="connsiteY10" fmla="*/ 24851 h 46483"/>
                  <a:gd name="connsiteX11" fmla="*/ 13051 w 57210"/>
                  <a:gd name="connsiteY11" fmla="*/ 24851 h 46483"/>
                  <a:gd name="connsiteX12" fmla="*/ 13051 w 57210"/>
                  <a:gd name="connsiteY12" fmla="*/ 37008 h 46483"/>
                  <a:gd name="connsiteX13" fmla="*/ 20560 w 57210"/>
                  <a:gd name="connsiteY13" fmla="*/ 37008 h 46483"/>
                  <a:gd name="connsiteX14" fmla="*/ 43802 w 57210"/>
                  <a:gd name="connsiteY14" fmla="*/ 2682 h 46483"/>
                  <a:gd name="connsiteX15" fmla="*/ 54529 w 57210"/>
                  <a:gd name="connsiteY15" fmla="*/ 2682 h 46483"/>
                  <a:gd name="connsiteX16" fmla="*/ 54529 w 57210"/>
                  <a:gd name="connsiteY16" fmla="*/ 45590 h 46483"/>
                  <a:gd name="connsiteX17" fmla="*/ 43802 w 57210"/>
                  <a:gd name="connsiteY17" fmla="*/ 45590 h 46483"/>
                  <a:gd name="connsiteX18" fmla="*/ 43802 w 57210"/>
                  <a:gd name="connsiteY1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7210" h="46483">
                    <a:moveTo>
                      <a:pt x="13409" y="2682"/>
                    </a:moveTo>
                    <a:lnTo>
                      <a:pt x="13409" y="15554"/>
                    </a:lnTo>
                    <a:lnTo>
                      <a:pt x="22348" y="15554"/>
                    </a:lnTo>
                    <a:cubicBezTo>
                      <a:pt x="31645" y="15554"/>
                      <a:pt x="39154" y="21633"/>
                      <a:pt x="39154" y="30572"/>
                    </a:cubicBezTo>
                    <a:cubicBezTo>
                      <a:pt x="39154" y="39154"/>
                      <a:pt x="31645" y="45590"/>
                      <a:pt x="22348" y="45590"/>
                    </a:cubicBezTo>
                    <a:lnTo>
                      <a:pt x="2682" y="45590"/>
                    </a:lnTo>
                    <a:lnTo>
                      <a:pt x="2682" y="2682"/>
                    </a:lnTo>
                    <a:lnTo>
                      <a:pt x="13409" y="2682"/>
                    </a:lnTo>
                    <a:close/>
                    <a:moveTo>
                      <a:pt x="20560" y="37008"/>
                    </a:moveTo>
                    <a:cubicBezTo>
                      <a:pt x="24493" y="37008"/>
                      <a:pt x="27354" y="34505"/>
                      <a:pt x="27354" y="30930"/>
                    </a:cubicBezTo>
                    <a:cubicBezTo>
                      <a:pt x="27354" y="27354"/>
                      <a:pt x="24493" y="24851"/>
                      <a:pt x="20560" y="24851"/>
                    </a:cubicBezTo>
                    <a:lnTo>
                      <a:pt x="13051" y="24851"/>
                    </a:lnTo>
                    <a:lnTo>
                      <a:pt x="13051" y="37008"/>
                    </a:lnTo>
                    <a:lnTo>
                      <a:pt x="20560" y="37008"/>
                    </a:lnTo>
                    <a:close/>
                    <a:moveTo>
                      <a:pt x="43802" y="2682"/>
                    </a:moveTo>
                    <a:lnTo>
                      <a:pt x="54529" y="2682"/>
                    </a:lnTo>
                    <a:lnTo>
                      <a:pt x="54529" y="45590"/>
                    </a:lnTo>
                    <a:lnTo>
                      <a:pt x="43802" y="45590"/>
                    </a:lnTo>
                    <a:lnTo>
                      <a:pt x="4380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9" name="Полилиния: фигура 58">
                <a:extLst>
                  <a:ext uri="{FF2B5EF4-FFF2-40B4-BE49-F238E27FC236}">
                    <a16:creationId xmlns:a16="http://schemas.microsoft.com/office/drawing/2014/main" id="{E8147C94-D90D-481F-8EA8-86A2EC9729B6}"/>
                  </a:ext>
                </a:extLst>
              </p:cNvPr>
              <p:cNvSpPr/>
              <p:nvPr/>
            </p:nvSpPr>
            <p:spPr>
              <a:xfrm>
                <a:off x="1446429" y="6437687"/>
                <a:ext cx="42908" cy="64362"/>
              </a:xfrm>
              <a:custGeom>
                <a:avLst/>
                <a:gdLst>
                  <a:gd name="connsiteX0" fmla="*/ 2682 w 42908"/>
                  <a:gd name="connsiteY0" fmla="*/ 20918 h 64362"/>
                  <a:gd name="connsiteX1" fmla="*/ 13409 w 42908"/>
                  <a:gd name="connsiteY1" fmla="*/ 20918 h 64362"/>
                  <a:gd name="connsiteX2" fmla="*/ 13409 w 42908"/>
                  <a:gd name="connsiteY2" fmla="*/ 47378 h 64362"/>
                  <a:gd name="connsiteX3" fmla="*/ 13409 w 42908"/>
                  <a:gd name="connsiteY3" fmla="*/ 47378 h 64362"/>
                  <a:gd name="connsiteX4" fmla="*/ 31287 w 42908"/>
                  <a:gd name="connsiteY4" fmla="*/ 20918 h 64362"/>
                  <a:gd name="connsiteX5" fmla="*/ 40584 w 42908"/>
                  <a:gd name="connsiteY5" fmla="*/ 20918 h 64362"/>
                  <a:gd name="connsiteX6" fmla="*/ 40584 w 42908"/>
                  <a:gd name="connsiteY6" fmla="*/ 63826 h 64362"/>
                  <a:gd name="connsiteX7" fmla="*/ 29857 w 42908"/>
                  <a:gd name="connsiteY7" fmla="*/ 63826 h 64362"/>
                  <a:gd name="connsiteX8" fmla="*/ 29857 w 42908"/>
                  <a:gd name="connsiteY8" fmla="*/ 37366 h 64362"/>
                  <a:gd name="connsiteX9" fmla="*/ 29857 w 42908"/>
                  <a:gd name="connsiteY9" fmla="*/ 37366 h 64362"/>
                  <a:gd name="connsiteX10" fmla="*/ 11979 w 42908"/>
                  <a:gd name="connsiteY10" fmla="*/ 63826 h 64362"/>
                  <a:gd name="connsiteX11" fmla="*/ 2682 w 42908"/>
                  <a:gd name="connsiteY11" fmla="*/ 63826 h 64362"/>
                  <a:gd name="connsiteX12" fmla="*/ 2682 w 42908"/>
                  <a:gd name="connsiteY12" fmla="*/ 20918 h 64362"/>
                  <a:gd name="connsiteX13" fmla="*/ 7688 w 42908"/>
                  <a:gd name="connsiteY13" fmla="*/ 8403 h 64362"/>
                  <a:gd name="connsiteX14" fmla="*/ 13409 w 42908"/>
                  <a:gd name="connsiteY14" fmla="*/ 2682 h 64362"/>
                  <a:gd name="connsiteX15" fmla="*/ 21633 w 42908"/>
                  <a:gd name="connsiteY15" fmla="*/ 7688 h 64362"/>
                  <a:gd name="connsiteX16" fmla="*/ 30215 w 42908"/>
                  <a:gd name="connsiteY16" fmla="*/ 2682 h 64362"/>
                  <a:gd name="connsiteX17" fmla="*/ 35936 w 42908"/>
                  <a:gd name="connsiteY17" fmla="*/ 8403 h 64362"/>
                  <a:gd name="connsiteX18" fmla="*/ 21991 w 42908"/>
                  <a:gd name="connsiteY18" fmla="*/ 16269 h 64362"/>
                  <a:gd name="connsiteX19" fmla="*/ 7688 w 42908"/>
                  <a:gd name="connsiteY19" fmla="*/ 8403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908" h="64362">
                    <a:moveTo>
                      <a:pt x="2682" y="20918"/>
                    </a:moveTo>
                    <a:lnTo>
                      <a:pt x="13409" y="20918"/>
                    </a:lnTo>
                    <a:lnTo>
                      <a:pt x="13409" y="47378"/>
                    </a:lnTo>
                    <a:lnTo>
                      <a:pt x="13409" y="47378"/>
                    </a:lnTo>
                    <a:lnTo>
                      <a:pt x="31287" y="20918"/>
                    </a:lnTo>
                    <a:lnTo>
                      <a:pt x="40584" y="20918"/>
                    </a:lnTo>
                    <a:lnTo>
                      <a:pt x="40584" y="63826"/>
                    </a:lnTo>
                    <a:lnTo>
                      <a:pt x="29857" y="63826"/>
                    </a:lnTo>
                    <a:lnTo>
                      <a:pt x="29857" y="37366"/>
                    </a:lnTo>
                    <a:lnTo>
                      <a:pt x="29857" y="37366"/>
                    </a:lnTo>
                    <a:lnTo>
                      <a:pt x="11979" y="63826"/>
                    </a:lnTo>
                    <a:lnTo>
                      <a:pt x="2682" y="63826"/>
                    </a:lnTo>
                    <a:lnTo>
                      <a:pt x="2682" y="20918"/>
                    </a:lnTo>
                    <a:close/>
                    <a:moveTo>
                      <a:pt x="7688" y="8403"/>
                    </a:moveTo>
                    <a:lnTo>
                      <a:pt x="13409" y="2682"/>
                    </a:lnTo>
                    <a:cubicBezTo>
                      <a:pt x="14839" y="4827"/>
                      <a:pt x="17700" y="7688"/>
                      <a:pt x="21633" y="7688"/>
                    </a:cubicBezTo>
                    <a:cubicBezTo>
                      <a:pt x="26281" y="7688"/>
                      <a:pt x="28784" y="4827"/>
                      <a:pt x="30215" y="2682"/>
                    </a:cubicBezTo>
                    <a:lnTo>
                      <a:pt x="35936" y="8403"/>
                    </a:lnTo>
                    <a:cubicBezTo>
                      <a:pt x="34148" y="11263"/>
                      <a:pt x="29499" y="16269"/>
                      <a:pt x="21991" y="16269"/>
                    </a:cubicBezTo>
                    <a:cubicBezTo>
                      <a:pt x="14124" y="16269"/>
                      <a:pt x="9476" y="11263"/>
                      <a:pt x="7688" y="84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>
                <a:extLst>
                  <a:ext uri="{FF2B5EF4-FFF2-40B4-BE49-F238E27FC236}">
                    <a16:creationId xmlns:a16="http://schemas.microsoft.com/office/drawing/2014/main" id="{B2160626-2478-4253-94A1-9C4E4B11F88F}"/>
                  </a:ext>
                </a:extLst>
              </p:cNvPr>
              <p:cNvSpPr/>
              <p:nvPr/>
            </p:nvSpPr>
            <p:spPr>
              <a:xfrm>
                <a:off x="995893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1" name="Полилиния: фигура 60">
                <a:extLst>
                  <a:ext uri="{FF2B5EF4-FFF2-40B4-BE49-F238E27FC236}">
                    <a16:creationId xmlns:a16="http://schemas.microsoft.com/office/drawing/2014/main" id="{DE9250AC-31AE-4BFB-A5D8-EE11E431A8AB}"/>
                  </a:ext>
                </a:extLst>
              </p:cNvPr>
              <p:cNvSpPr/>
              <p:nvPr/>
            </p:nvSpPr>
            <p:spPr>
              <a:xfrm>
                <a:off x="1039516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2694" y="32718"/>
                      <a:pt x="17342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>
                <a:extLst>
                  <a:ext uri="{FF2B5EF4-FFF2-40B4-BE49-F238E27FC236}">
                    <a16:creationId xmlns:a16="http://schemas.microsoft.com/office/drawing/2014/main" id="{71658A8B-7B23-4EDA-A55B-C72AC7DE69FF}"/>
                  </a:ext>
                </a:extLst>
              </p:cNvPr>
              <p:cNvSpPr/>
              <p:nvPr/>
            </p:nvSpPr>
            <p:spPr>
              <a:xfrm>
                <a:off x="1089218" y="6547460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1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1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3" name="Полилиния: фигура 62">
                <a:extLst>
                  <a:ext uri="{FF2B5EF4-FFF2-40B4-BE49-F238E27FC236}">
                    <a16:creationId xmlns:a16="http://schemas.microsoft.com/office/drawing/2014/main" id="{5E907DC4-507F-40F2-9FD8-250337D73103}"/>
                  </a:ext>
                </a:extLst>
              </p:cNvPr>
              <p:cNvSpPr/>
              <p:nvPr/>
            </p:nvSpPr>
            <p:spPr>
              <a:xfrm>
                <a:off x="1138205" y="6548175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>
                <a:extLst>
                  <a:ext uri="{FF2B5EF4-FFF2-40B4-BE49-F238E27FC236}">
                    <a16:creationId xmlns:a16="http://schemas.microsoft.com/office/drawing/2014/main" id="{8F327E80-1B1D-48E5-B18A-99630B081526}"/>
                  </a:ext>
                </a:extLst>
              </p:cNvPr>
              <p:cNvSpPr/>
              <p:nvPr/>
            </p:nvSpPr>
            <p:spPr>
              <a:xfrm>
                <a:off x="1185047" y="6547103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5" name="Полилиния: фигура 64">
                <a:extLst>
                  <a:ext uri="{FF2B5EF4-FFF2-40B4-BE49-F238E27FC236}">
                    <a16:creationId xmlns:a16="http://schemas.microsoft.com/office/drawing/2014/main" id="{BC85D254-BF43-4FB0-8D71-99130A2C4A69}"/>
                  </a:ext>
                </a:extLst>
              </p:cNvPr>
              <p:cNvSpPr/>
              <p:nvPr/>
            </p:nvSpPr>
            <p:spPr>
              <a:xfrm>
                <a:off x="1230100" y="6548175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>
                <a:extLst>
                  <a:ext uri="{FF2B5EF4-FFF2-40B4-BE49-F238E27FC236}">
                    <a16:creationId xmlns:a16="http://schemas.microsoft.com/office/drawing/2014/main" id="{E9883A12-F306-4D22-8063-5C1F0F5B9BAC}"/>
                  </a:ext>
                </a:extLst>
              </p:cNvPr>
              <p:cNvSpPr/>
              <p:nvPr/>
            </p:nvSpPr>
            <p:spPr>
              <a:xfrm>
                <a:off x="1275869" y="6547103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4863 w 46483"/>
                  <a:gd name="connsiteY5" fmla="*/ 25209 h 50059"/>
                  <a:gd name="connsiteX6" fmla="*/ 24136 w 46483"/>
                  <a:gd name="connsiteY6" fmla="*/ 12336 h 50059"/>
                  <a:gd name="connsiteX7" fmla="*/ 13409 w 46483"/>
                  <a:gd name="connsiteY7" fmla="*/ 25209 h 50059"/>
                  <a:gd name="connsiteX8" fmla="*/ 24136 w 46483"/>
                  <a:gd name="connsiteY8" fmla="*/ 38081 h 50059"/>
                  <a:gd name="connsiteX9" fmla="*/ 34863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4863" y="25209"/>
                    </a:moveTo>
                    <a:cubicBezTo>
                      <a:pt x="34863" y="17700"/>
                      <a:pt x="3057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30930" y="38439"/>
                      <a:pt x="34863" y="32718"/>
                      <a:pt x="34863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7" name="Полилиния: фигура 66">
                <a:extLst>
                  <a:ext uri="{FF2B5EF4-FFF2-40B4-BE49-F238E27FC236}">
                    <a16:creationId xmlns:a16="http://schemas.microsoft.com/office/drawing/2014/main" id="{3AF365FF-04FE-4D5A-BFF1-13849BAB5CD7}"/>
                  </a:ext>
                </a:extLst>
              </p:cNvPr>
              <p:cNvSpPr/>
              <p:nvPr/>
            </p:nvSpPr>
            <p:spPr>
              <a:xfrm>
                <a:off x="1328432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3051" y="32718"/>
                      <a:pt x="17700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8" name="Полилиния: фигура 67">
                <a:extLst>
                  <a:ext uri="{FF2B5EF4-FFF2-40B4-BE49-F238E27FC236}">
                    <a16:creationId xmlns:a16="http://schemas.microsoft.com/office/drawing/2014/main" id="{6918BF2C-A441-45F4-8261-A2280F8B7927}"/>
                  </a:ext>
                </a:extLst>
              </p:cNvPr>
              <p:cNvSpPr/>
              <p:nvPr/>
            </p:nvSpPr>
            <p:spPr>
              <a:xfrm>
                <a:off x="1375988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1" name="Московский транспорт" hidden="1">
            <a:extLst>
              <a:ext uri="{FF2B5EF4-FFF2-40B4-BE49-F238E27FC236}">
                <a16:creationId xmlns:a16="http://schemas.microsoft.com/office/drawing/2014/main" id="{1564B219-B977-4000-888C-2559043EADF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8794"/>
            <a:ext cx="843351" cy="319479"/>
            <a:chOff x="1557710" y="1236950"/>
            <a:chExt cx="1056037" cy="400050"/>
          </a:xfrm>
          <a:solidFill>
            <a:srgbClr val="E4000D"/>
          </a:solidFill>
        </p:grpSpPr>
        <p:sp>
          <p:nvSpPr>
            <p:cNvPr id="73" name="Полилиния: фигура 72">
              <a:extLst>
                <a:ext uri="{FF2B5EF4-FFF2-40B4-BE49-F238E27FC236}">
                  <a16:creationId xmlns:a16="http://schemas.microsoft.com/office/drawing/2014/main" id="{6A7C6D5D-B2EA-4797-B443-CC095EA3E343}"/>
                </a:ext>
              </a:extLst>
            </p:cNvPr>
            <p:cNvSpPr/>
            <p:nvPr/>
          </p:nvSpPr>
          <p:spPr>
            <a:xfrm>
              <a:off x="1557710" y="1236950"/>
              <a:ext cx="323850" cy="400050"/>
            </a:xfrm>
            <a:custGeom>
              <a:avLst/>
              <a:gdLst>
                <a:gd name="connsiteX0" fmla="*/ 249365 w 323850"/>
                <a:gd name="connsiteY0" fmla="*/ 249079 h 400050"/>
                <a:gd name="connsiteX1" fmla="*/ 283750 w 323850"/>
                <a:gd name="connsiteY1" fmla="*/ 166116 h 400050"/>
                <a:gd name="connsiteX2" fmla="*/ 166116 w 323850"/>
                <a:gd name="connsiteY2" fmla="*/ 48482 h 400050"/>
                <a:gd name="connsiteX3" fmla="*/ 48482 w 323850"/>
                <a:gd name="connsiteY3" fmla="*/ 166116 h 400050"/>
                <a:gd name="connsiteX4" fmla="*/ 82868 w 323850"/>
                <a:gd name="connsiteY4" fmla="*/ 249079 h 400050"/>
                <a:gd name="connsiteX5" fmla="*/ 92583 w 323850"/>
                <a:gd name="connsiteY5" fmla="*/ 253175 h 400050"/>
                <a:gd name="connsiteX6" fmla="*/ 106108 w 323850"/>
                <a:gd name="connsiteY6" fmla="*/ 239649 h 400050"/>
                <a:gd name="connsiteX7" fmla="*/ 101918 w 323850"/>
                <a:gd name="connsiteY7" fmla="*/ 229838 h 400050"/>
                <a:gd name="connsiteX8" fmla="*/ 75629 w 323850"/>
                <a:gd name="connsiteY8" fmla="*/ 166021 h 400050"/>
                <a:gd name="connsiteX9" fmla="*/ 166306 w 323850"/>
                <a:gd name="connsiteY9" fmla="*/ 75343 h 400050"/>
                <a:gd name="connsiteX10" fmla="*/ 256985 w 323850"/>
                <a:gd name="connsiteY10" fmla="*/ 166021 h 400050"/>
                <a:gd name="connsiteX11" fmla="*/ 230410 w 323850"/>
                <a:gd name="connsiteY11" fmla="*/ 230029 h 400050"/>
                <a:gd name="connsiteX12" fmla="*/ 112871 w 323850"/>
                <a:gd name="connsiteY12" fmla="*/ 347472 h 400050"/>
                <a:gd name="connsiteX13" fmla="*/ 131921 w 323850"/>
                <a:gd name="connsiteY13" fmla="*/ 366522 h 400050"/>
                <a:gd name="connsiteX14" fmla="*/ 249365 w 323850"/>
                <a:gd name="connsiteY14" fmla="*/ 249079 h 400050"/>
                <a:gd name="connsiteX15" fmla="*/ 71723 w 323850"/>
                <a:gd name="connsiteY15" fmla="*/ 273939 h 400050"/>
                <a:gd name="connsiteX16" fmla="*/ 67628 w 323850"/>
                <a:gd name="connsiteY16" fmla="*/ 264128 h 400050"/>
                <a:gd name="connsiteX17" fmla="*/ 27051 w 323850"/>
                <a:gd name="connsiteY17" fmla="*/ 166116 h 400050"/>
                <a:gd name="connsiteX18" fmla="*/ 166116 w 323850"/>
                <a:gd name="connsiteY18" fmla="*/ 27051 h 400050"/>
                <a:gd name="connsiteX19" fmla="*/ 305181 w 323850"/>
                <a:gd name="connsiteY19" fmla="*/ 166116 h 400050"/>
                <a:gd name="connsiteX20" fmla="*/ 264414 w 323850"/>
                <a:gd name="connsiteY20" fmla="*/ 264414 h 400050"/>
                <a:gd name="connsiteX21" fmla="*/ 146971 w 323850"/>
                <a:gd name="connsiteY21" fmla="*/ 381857 h 400050"/>
                <a:gd name="connsiteX22" fmla="*/ 166116 w 323850"/>
                <a:gd name="connsiteY22" fmla="*/ 401003 h 400050"/>
                <a:gd name="connsiteX23" fmla="*/ 283655 w 323850"/>
                <a:gd name="connsiteY23" fmla="*/ 283464 h 400050"/>
                <a:gd name="connsiteX24" fmla="*/ 332232 w 323850"/>
                <a:gd name="connsiteY24" fmla="*/ 166116 h 400050"/>
                <a:gd name="connsiteX25" fmla="*/ 166116 w 323850"/>
                <a:gd name="connsiteY25" fmla="*/ 0 h 400050"/>
                <a:gd name="connsiteX26" fmla="*/ 0 w 323850"/>
                <a:gd name="connsiteY26" fmla="*/ 166116 h 400050"/>
                <a:gd name="connsiteX27" fmla="*/ 48482 w 323850"/>
                <a:gd name="connsiteY27" fmla="*/ 283369 h 400050"/>
                <a:gd name="connsiteX28" fmla="*/ 58198 w 323850"/>
                <a:gd name="connsiteY28" fmla="*/ 287369 h 400050"/>
                <a:gd name="connsiteX29" fmla="*/ 71723 w 323850"/>
                <a:gd name="connsiteY29" fmla="*/ 273939 h 400050"/>
                <a:gd name="connsiteX30" fmla="*/ 235268 w 323850"/>
                <a:gd name="connsiteY30" fmla="*/ 166116 h 400050"/>
                <a:gd name="connsiteX31" fmla="*/ 166116 w 323850"/>
                <a:gd name="connsiteY31" fmla="*/ 96965 h 400050"/>
                <a:gd name="connsiteX32" fmla="*/ 96965 w 323850"/>
                <a:gd name="connsiteY32" fmla="*/ 166116 h 400050"/>
                <a:gd name="connsiteX33" fmla="*/ 166116 w 323850"/>
                <a:gd name="connsiteY33" fmla="*/ 235363 h 400050"/>
                <a:gd name="connsiteX34" fmla="*/ 235268 w 323850"/>
                <a:gd name="connsiteY34" fmla="*/ 166116 h 400050"/>
                <a:gd name="connsiteX35" fmla="*/ 123920 w 323850"/>
                <a:gd name="connsiteY35" fmla="*/ 166116 h 400050"/>
                <a:gd name="connsiteX36" fmla="*/ 166116 w 323850"/>
                <a:gd name="connsiteY36" fmla="*/ 123920 h 400050"/>
                <a:gd name="connsiteX37" fmla="*/ 208312 w 323850"/>
                <a:gd name="connsiteY37" fmla="*/ 166116 h 400050"/>
                <a:gd name="connsiteX38" fmla="*/ 166116 w 323850"/>
                <a:gd name="connsiteY38" fmla="*/ 208312 h 400050"/>
                <a:gd name="connsiteX39" fmla="*/ 123920 w 323850"/>
                <a:gd name="connsiteY39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23850" h="400050">
                  <a:moveTo>
                    <a:pt x="249365" y="249079"/>
                  </a:moveTo>
                  <a:cubicBezTo>
                    <a:pt x="270605" y="227743"/>
                    <a:pt x="283750" y="198406"/>
                    <a:pt x="283750" y="166116"/>
                  </a:cubicBezTo>
                  <a:cubicBezTo>
                    <a:pt x="283750" y="101251"/>
                    <a:pt x="230981" y="48482"/>
                    <a:pt x="166116" y="48482"/>
                  </a:cubicBezTo>
                  <a:cubicBezTo>
                    <a:pt x="101251" y="48482"/>
                    <a:pt x="48482" y="101251"/>
                    <a:pt x="48482" y="166116"/>
                  </a:cubicBezTo>
                  <a:cubicBezTo>
                    <a:pt x="48482" y="198501"/>
                    <a:pt x="61817" y="228124"/>
                    <a:pt x="82868" y="249079"/>
                  </a:cubicBezTo>
                  <a:cubicBezTo>
                    <a:pt x="85344" y="251555"/>
                    <a:pt x="88773" y="253175"/>
                    <a:pt x="92583" y="253175"/>
                  </a:cubicBezTo>
                  <a:cubicBezTo>
                    <a:pt x="100013" y="253175"/>
                    <a:pt x="106108" y="247079"/>
                    <a:pt x="106108" y="239649"/>
                  </a:cubicBezTo>
                  <a:cubicBezTo>
                    <a:pt x="106108" y="235744"/>
                    <a:pt x="104489" y="232315"/>
                    <a:pt x="101918" y="229838"/>
                  </a:cubicBezTo>
                  <a:cubicBezTo>
                    <a:pt x="85630" y="213455"/>
                    <a:pt x="75629" y="190881"/>
                    <a:pt x="75629" y="166021"/>
                  </a:cubicBezTo>
                  <a:cubicBezTo>
                    <a:pt x="75629" y="116015"/>
                    <a:pt x="116300" y="75343"/>
                    <a:pt x="166306" y="75343"/>
                  </a:cubicBezTo>
                  <a:cubicBezTo>
                    <a:pt x="216313" y="75343"/>
                    <a:pt x="256985" y="116015"/>
                    <a:pt x="256985" y="166021"/>
                  </a:cubicBezTo>
                  <a:cubicBezTo>
                    <a:pt x="256985" y="190976"/>
                    <a:pt x="246793" y="213646"/>
                    <a:pt x="230410" y="230029"/>
                  </a:cubicBezTo>
                  <a:lnTo>
                    <a:pt x="112871" y="347472"/>
                  </a:lnTo>
                  <a:lnTo>
                    <a:pt x="131921" y="366522"/>
                  </a:lnTo>
                  <a:lnTo>
                    <a:pt x="249365" y="249079"/>
                  </a:lnTo>
                  <a:close/>
                  <a:moveTo>
                    <a:pt x="71723" y="273939"/>
                  </a:move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051" y="204311"/>
                    <a:pt x="27051" y="166116"/>
                  </a:cubicBezTo>
                  <a:cubicBezTo>
                    <a:pt x="27051" y="89440"/>
                    <a:pt x="89440" y="27051"/>
                    <a:pt x="166116" y="27051"/>
                  </a:cubicBezTo>
                  <a:cubicBezTo>
                    <a:pt x="242792" y="27051"/>
                    <a:pt x="305181" y="89440"/>
                    <a:pt x="305181" y="166116"/>
                  </a:cubicBezTo>
                  <a:cubicBezTo>
                    <a:pt x="305181" y="204502"/>
                    <a:pt x="289560" y="239268"/>
                    <a:pt x="264414" y="264414"/>
                  </a:cubicBezTo>
                  <a:lnTo>
                    <a:pt x="146971" y="381857"/>
                  </a:lnTo>
                  <a:lnTo>
                    <a:pt x="166116" y="401003"/>
                  </a:lnTo>
                  <a:lnTo>
                    <a:pt x="283655" y="283464"/>
                  </a:lnTo>
                  <a:cubicBezTo>
                    <a:pt x="313658" y="253365"/>
                    <a:pt x="332232" y="211931"/>
                    <a:pt x="332232" y="166116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lose/>
                  <a:moveTo>
                    <a:pt x="235268" y="166116"/>
                  </a:moveTo>
                  <a:cubicBezTo>
                    <a:pt x="235268" y="127921"/>
                    <a:pt x="204216" y="96965"/>
                    <a:pt x="166116" y="96965"/>
                  </a:cubicBezTo>
                  <a:cubicBezTo>
                    <a:pt x="127921" y="96965"/>
                    <a:pt x="96965" y="128016"/>
                    <a:pt x="96965" y="166116"/>
                  </a:cubicBezTo>
                  <a:cubicBezTo>
                    <a:pt x="96965" y="204311"/>
                    <a:pt x="128016" y="235363"/>
                    <a:pt x="166116" y="235363"/>
                  </a:cubicBezTo>
                  <a:cubicBezTo>
                    <a:pt x="204216" y="235268"/>
                    <a:pt x="235268" y="204216"/>
                    <a:pt x="235268" y="166116"/>
                  </a:cubicBezTo>
                  <a:close/>
                  <a:moveTo>
                    <a:pt x="123920" y="166116"/>
                  </a:moveTo>
                  <a:cubicBezTo>
                    <a:pt x="123920" y="142875"/>
                    <a:pt x="142875" y="123920"/>
                    <a:pt x="166116" y="123920"/>
                  </a:cubicBezTo>
                  <a:cubicBezTo>
                    <a:pt x="189357" y="123920"/>
                    <a:pt x="208312" y="142875"/>
                    <a:pt x="208312" y="166116"/>
                  </a:cubicBezTo>
                  <a:cubicBezTo>
                    <a:pt x="208312" y="189357"/>
                    <a:pt x="189357" y="208312"/>
                    <a:pt x="166116" y="208312"/>
                  </a:cubicBezTo>
                  <a:cubicBezTo>
                    <a:pt x="142780" y="208312"/>
                    <a:pt x="123920" y="189357"/>
                    <a:pt x="12392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Полилиния: фигура 73">
              <a:extLst>
                <a:ext uri="{FF2B5EF4-FFF2-40B4-BE49-F238E27FC236}">
                  <a16:creationId xmlns:a16="http://schemas.microsoft.com/office/drawing/2014/main" id="{9D8E0897-DCB6-4393-955F-B674635F557E}"/>
                </a:ext>
              </a:extLst>
            </p:cNvPr>
            <p:cNvSpPr/>
            <p:nvPr/>
          </p:nvSpPr>
          <p:spPr>
            <a:xfrm>
              <a:off x="1974238" y="1304196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5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5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Полилиния: фигура 74">
              <a:extLst>
                <a:ext uri="{FF2B5EF4-FFF2-40B4-BE49-F238E27FC236}">
                  <a16:creationId xmlns:a16="http://schemas.microsoft.com/office/drawing/2014/main" id="{FCBD46F4-1B82-46AA-902C-6DADCC5C0E20}"/>
                </a:ext>
              </a:extLst>
            </p:cNvPr>
            <p:cNvSpPr/>
            <p:nvPr/>
          </p:nvSpPr>
          <p:spPr>
            <a:xfrm>
              <a:off x="2087967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Полилиния: фигура 75">
              <a:extLst>
                <a:ext uri="{FF2B5EF4-FFF2-40B4-BE49-F238E27FC236}">
                  <a16:creationId xmlns:a16="http://schemas.microsoft.com/office/drawing/2014/main" id="{3D083244-92D0-43D5-9EE8-62B8102EB0FF}"/>
                </a:ext>
              </a:extLst>
            </p:cNvPr>
            <p:cNvSpPr/>
            <p:nvPr/>
          </p:nvSpPr>
          <p:spPr>
            <a:xfrm>
              <a:off x="2151117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Полилиния: фигура 76">
              <a:extLst>
                <a:ext uri="{FF2B5EF4-FFF2-40B4-BE49-F238E27FC236}">
                  <a16:creationId xmlns:a16="http://schemas.microsoft.com/office/drawing/2014/main" id="{5D229E69-0F26-41C8-B30C-3E4A22C79113}"/>
                </a:ext>
              </a:extLst>
            </p:cNvPr>
            <p:cNvSpPr/>
            <p:nvPr/>
          </p:nvSpPr>
          <p:spPr>
            <a:xfrm>
              <a:off x="2207696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Полилиния: фигура 77">
              <a:extLst>
                <a:ext uri="{FF2B5EF4-FFF2-40B4-BE49-F238E27FC236}">
                  <a16:creationId xmlns:a16="http://schemas.microsoft.com/office/drawing/2014/main" id="{92C9B5F5-7A87-466A-AAFE-D67946AE1B9F}"/>
                </a:ext>
              </a:extLst>
            </p:cNvPr>
            <p:cNvSpPr/>
            <p:nvPr/>
          </p:nvSpPr>
          <p:spPr>
            <a:xfrm>
              <a:off x="2262179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2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Полилиния: фигура 78">
              <a:extLst>
                <a:ext uri="{FF2B5EF4-FFF2-40B4-BE49-F238E27FC236}">
                  <a16:creationId xmlns:a16="http://schemas.microsoft.com/office/drawing/2014/main" id="{002EFC67-47DE-4844-83FB-033225A8052C}"/>
                </a:ext>
              </a:extLst>
            </p:cNvPr>
            <p:cNvSpPr/>
            <p:nvPr/>
          </p:nvSpPr>
          <p:spPr>
            <a:xfrm>
              <a:off x="2328854" y="1325056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90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289 h 47625"/>
                <a:gd name="connsiteX10" fmla="*/ 31528 w 47625"/>
                <a:gd name="connsiteY10" fmla="*/ 16669 h 47625"/>
                <a:gd name="connsiteX11" fmla="*/ 24479 w 47625"/>
                <a:gd name="connsiteY11" fmla="*/ 11335 h 47625"/>
                <a:gd name="connsiteX12" fmla="*/ 15621 w 47625"/>
                <a:gd name="connsiteY12" fmla="*/ 11335 h 47625"/>
                <a:gd name="connsiteX13" fmla="*/ 15621 w 47625"/>
                <a:gd name="connsiteY13" fmla="*/ 22384 h 47625"/>
                <a:gd name="connsiteX14" fmla="*/ 24479 w 47625"/>
                <a:gd name="connsiteY14" fmla="*/ 22384 h 47625"/>
                <a:gd name="connsiteX15" fmla="*/ 27337 w 47625"/>
                <a:gd name="connsiteY15" fmla="*/ 42577 h 47625"/>
                <a:gd name="connsiteX16" fmla="*/ 33242 w 47625"/>
                <a:gd name="connsiteY16" fmla="*/ 37909 h 47625"/>
                <a:gd name="connsiteX17" fmla="*/ 27337 w 47625"/>
                <a:gd name="connsiteY17" fmla="*/ 32766 h 47625"/>
                <a:gd name="connsiteX18" fmla="*/ 15621 w 47625"/>
                <a:gd name="connsiteY18" fmla="*/ 32766 h 47625"/>
                <a:gd name="connsiteX19" fmla="*/ 15621 w 47625"/>
                <a:gd name="connsiteY19" fmla="*/ 42577 h 47625"/>
                <a:gd name="connsiteX20" fmla="*/ 27337 w 47625"/>
                <a:gd name="connsiteY20" fmla="*/ 4257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53912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1" y="26956"/>
                    <a:pt x="49911" y="31433"/>
                    <a:pt x="49911" y="38100"/>
                  </a:cubicBezTo>
                  <a:cubicBezTo>
                    <a:pt x="49911" y="46006"/>
                    <a:pt x="44006" y="54007"/>
                    <a:pt x="30290" y="54007"/>
                  </a:cubicBezTo>
                  <a:lnTo>
                    <a:pt x="0" y="54007"/>
                  </a:lnTo>
                  <a:close/>
                  <a:moveTo>
                    <a:pt x="24479" y="22289"/>
                  </a:moveTo>
                  <a:cubicBezTo>
                    <a:pt x="28480" y="22289"/>
                    <a:pt x="31528" y="20669"/>
                    <a:pt x="31528" y="16669"/>
                  </a:cubicBezTo>
                  <a:cubicBezTo>
                    <a:pt x="31528" y="12573"/>
                    <a:pt x="28385" y="11335"/>
                    <a:pt x="24479" y="11335"/>
                  </a:cubicBezTo>
                  <a:lnTo>
                    <a:pt x="15621" y="11335"/>
                  </a:lnTo>
                  <a:lnTo>
                    <a:pt x="15621" y="22384"/>
                  </a:lnTo>
                  <a:lnTo>
                    <a:pt x="24479" y="22384"/>
                  </a:lnTo>
                  <a:close/>
                  <a:moveTo>
                    <a:pt x="27337" y="42577"/>
                  </a:moveTo>
                  <a:cubicBezTo>
                    <a:pt x="31718" y="42577"/>
                    <a:pt x="33242" y="40291"/>
                    <a:pt x="33242" y="37909"/>
                  </a:cubicBezTo>
                  <a:cubicBezTo>
                    <a:pt x="33242" y="35338"/>
                    <a:pt x="31718" y="32766"/>
                    <a:pt x="27337" y="32766"/>
                  </a:cubicBezTo>
                  <a:lnTo>
                    <a:pt x="15621" y="32766"/>
                  </a:lnTo>
                  <a:lnTo>
                    <a:pt x="15621" y="42577"/>
                  </a:lnTo>
                  <a:lnTo>
                    <a:pt x="27337" y="4257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Полилиния: фигура 79">
              <a:extLst>
                <a:ext uri="{FF2B5EF4-FFF2-40B4-BE49-F238E27FC236}">
                  <a16:creationId xmlns:a16="http://schemas.microsoft.com/office/drawing/2014/main" id="{1F9DA1AB-B87C-47E0-8CEE-F4C2679AF578}"/>
                </a:ext>
              </a:extLst>
            </p:cNvPr>
            <p:cNvSpPr/>
            <p:nvPr/>
          </p:nvSpPr>
          <p:spPr>
            <a:xfrm>
              <a:off x="2386575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Полилиния: фигура 80">
              <a:extLst>
                <a:ext uri="{FF2B5EF4-FFF2-40B4-BE49-F238E27FC236}">
                  <a16:creationId xmlns:a16="http://schemas.microsoft.com/office/drawing/2014/main" id="{9CD16C22-5568-4E69-9F51-D5146673AD2A}"/>
                </a:ext>
              </a:extLst>
            </p:cNvPr>
            <p:cNvSpPr/>
            <p:nvPr/>
          </p:nvSpPr>
          <p:spPr>
            <a:xfrm>
              <a:off x="2443059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Полилиния: фигура 81">
              <a:extLst>
                <a:ext uri="{FF2B5EF4-FFF2-40B4-BE49-F238E27FC236}">
                  <a16:creationId xmlns:a16="http://schemas.microsoft.com/office/drawing/2014/main" id="{2F428970-C24F-4B6B-9F39-4AA11C16A484}"/>
                </a:ext>
              </a:extLst>
            </p:cNvPr>
            <p:cNvSpPr/>
            <p:nvPr/>
          </p:nvSpPr>
          <p:spPr>
            <a:xfrm>
              <a:off x="2501256" y="132505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5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5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Полилиния: фигура 82">
              <a:extLst>
                <a:ext uri="{FF2B5EF4-FFF2-40B4-BE49-F238E27FC236}">
                  <a16:creationId xmlns:a16="http://schemas.microsoft.com/office/drawing/2014/main" id="{A3999B22-FD4B-4807-A8F3-90247C48544E}"/>
                </a:ext>
              </a:extLst>
            </p:cNvPr>
            <p:cNvSpPr/>
            <p:nvPr/>
          </p:nvSpPr>
          <p:spPr>
            <a:xfrm>
              <a:off x="2566122" y="1300672"/>
              <a:ext cx="47625" cy="76200"/>
            </a:xfrm>
            <a:custGeom>
              <a:avLst/>
              <a:gdLst>
                <a:gd name="connsiteX0" fmla="*/ 0 w 47625"/>
                <a:gd name="connsiteY0" fmla="*/ 24384 h 76200"/>
                <a:gd name="connsiteX1" fmla="*/ 15621 w 47625"/>
                <a:gd name="connsiteY1" fmla="*/ 24384 h 76200"/>
                <a:gd name="connsiteX2" fmla="*/ 15621 w 47625"/>
                <a:gd name="connsiteY2" fmla="*/ 54864 h 76200"/>
                <a:gd name="connsiteX3" fmla="*/ 15812 w 47625"/>
                <a:gd name="connsiteY3" fmla="*/ 54864 h 76200"/>
                <a:gd name="connsiteX4" fmla="*/ 36386 w 47625"/>
                <a:gd name="connsiteY4" fmla="*/ 24384 h 76200"/>
                <a:gd name="connsiteX5" fmla="*/ 49816 w 47625"/>
                <a:gd name="connsiteY5" fmla="*/ 24384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384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>
                  <a:moveTo>
                    <a:pt x="0" y="24384"/>
                  </a:moveTo>
                  <a:lnTo>
                    <a:pt x="15621" y="24384"/>
                  </a:lnTo>
                  <a:lnTo>
                    <a:pt x="15621" y="54864"/>
                  </a:lnTo>
                  <a:lnTo>
                    <a:pt x="15812" y="54864"/>
                  </a:lnTo>
                  <a:lnTo>
                    <a:pt x="36386" y="24384"/>
                  </a:lnTo>
                  <a:lnTo>
                    <a:pt x="49816" y="24384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384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857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100" y="18669"/>
                    <a:pt x="24479" y="18669"/>
                  </a:cubicBezTo>
                  <a:cubicBezTo>
                    <a:pt x="14954" y="18669"/>
                    <a:pt x="8954" y="12192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Полилиния: фигура 83">
              <a:extLst>
                <a:ext uri="{FF2B5EF4-FFF2-40B4-BE49-F238E27FC236}">
                  <a16:creationId xmlns:a16="http://schemas.microsoft.com/office/drawing/2014/main" id="{464AE1F4-97CF-4462-B366-D5A85748062C}"/>
                </a:ext>
              </a:extLst>
            </p:cNvPr>
            <p:cNvSpPr/>
            <p:nvPr/>
          </p:nvSpPr>
          <p:spPr>
            <a:xfrm>
              <a:off x="1974238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Полилиния: фигура 84">
              <a:extLst>
                <a:ext uri="{FF2B5EF4-FFF2-40B4-BE49-F238E27FC236}">
                  <a16:creationId xmlns:a16="http://schemas.microsoft.com/office/drawing/2014/main" id="{B880A2C7-66F0-46F6-831E-7D5EBFCEB1AF}"/>
                </a:ext>
              </a:extLst>
            </p:cNvPr>
            <p:cNvSpPr/>
            <p:nvPr/>
          </p:nvSpPr>
          <p:spPr>
            <a:xfrm>
              <a:off x="2030340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Полилиния: фигура 85">
              <a:extLst>
                <a:ext uri="{FF2B5EF4-FFF2-40B4-BE49-F238E27FC236}">
                  <a16:creationId xmlns:a16="http://schemas.microsoft.com/office/drawing/2014/main" id="{F3D63433-F99D-4E9F-AE80-307C4812067F}"/>
                </a:ext>
              </a:extLst>
            </p:cNvPr>
            <p:cNvSpPr/>
            <p:nvPr/>
          </p:nvSpPr>
          <p:spPr>
            <a:xfrm>
              <a:off x="2093491" y="1437737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3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7 w 47625"/>
                <a:gd name="connsiteY8" fmla="*/ 20955 h 47625"/>
                <a:gd name="connsiteX9" fmla="*/ 48577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6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481 h 47625"/>
                <a:gd name="connsiteX15" fmla="*/ 32956 w 47625"/>
                <a:gd name="connsiteY15" fmla="*/ 34766 h 47625"/>
                <a:gd name="connsiteX16" fmla="*/ 32956 w 47625"/>
                <a:gd name="connsiteY16" fmla="*/ 32957 h 47625"/>
                <a:gd name="connsiteX17" fmla="*/ 26098 w 47625"/>
                <a:gd name="connsiteY17" fmla="*/ 32194 h 47625"/>
                <a:gd name="connsiteX18" fmla="*/ 15811 w 47625"/>
                <a:gd name="connsiteY18" fmla="*/ 38386 h 47625"/>
                <a:gd name="connsiteX19" fmla="*/ 23336 w 47625"/>
                <a:gd name="connsiteY19" fmla="*/ 44482 h 47625"/>
                <a:gd name="connsiteX20" fmla="*/ 32956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5" y="13811"/>
                    <a:pt x="24193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2" y="0"/>
                    <a:pt x="48577" y="8001"/>
                    <a:pt x="48577" y="20955"/>
                  </a:cubicBezTo>
                  <a:lnTo>
                    <a:pt x="48577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6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0" y="56674"/>
                    <a:pt x="0" y="48863"/>
                    <a:pt x="0" y="38481"/>
                  </a:cubicBezTo>
                  <a:close/>
                  <a:moveTo>
                    <a:pt x="32956" y="34766"/>
                  </a:moveTo>
                  <a:lnTo>
                    <a:pt x="32956" y="32957"/>
                  </a:lnTo>
                  <a:cubicBezTo>
                    <a:pt x="30861" y="32576"/>
                    <a:pt x="28289" y="32194"/>
                    <a:pt x="26098" y="32194"/>
                  </a:cubicBezTo>
                  <a:cubicBezTo>
                    <a:pt x="18955" y="32194"/>
                    <a:pt x="15907" y="34766"/>
                    <a:pt x="15811" y="38386"/>
                  </a:cubicBezTo>
                  <a:cubicBezTo>
                    <a:pt x="15716" y="42005"/>
                    <a:pt x="18479" y="44577"/>
                    <a:pt x="23336" y="44482"/>
                  </a:cubicBezTo>
                  <a:cubicBezTo>
                    <a:pt x="27813" y="44387"/>
                    <a:pt x="32956" y="41529"/>
                    <a:pt x="32956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Полилиния: фигура 86">
              <a:extLst>
                <a:ext uri="{FF2B5EF4-FFF2-40B4-BE49-F238E27FC236}">
                  <a16:creationId xmlns:a16="http://schemas.microsoft.com/office/drawing/2014/main" id="{D76F6072-AA56-4B06-86D0-23C74FE0FB5A}"/>
                </a:ext>
              </a:extLst>
            </p:cNvPr>
            <p:cNvSpPr/>
            <p:nvPr/>
          </p:nvSpPr>
          <p:spPr>
            <a:xfrm>
              <a:off x="2156261" y="143916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Полилиния: фигура 87">
              <a:extLst>
                <a:ext uri="{FF2B5EF4-FFF2-40B4-BE49-F238E27FC236}">
                  <a16:creationId xmlns:a16="http://schemas.microsoft.com/office/drawing/2014/main" id="{8B69B88F-9E88-4400-AC2D-5B397ED2EFDA}"/>
                </a:ext>
              </a:extLst>
            </p:cNvPr>
            <p:cNvSpPr/>
            <p:nvPr/>
          </p:nvSpPr>
          <p:spPr>
            <a:xfrm>
              <a:off x="2216554" y="1437832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0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19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579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Полилиния: фигура 88">
              <a:extLst>
                <a:ext uri="{FF2B5EF4-FFF2-40B4-BE49-F238E27FC236}">
                  <a16:creationId xmlns:a16="http://schemas.microsoft.com/office/drawing/2014/main" id="{636BD7BD-BFD3-4622-B362-6ACB38304B12}"/>
                </a:ext>
              </a:extLst>
            </p:cNvPr>
            <p:cNvSpPr/>
            <p:nvPr/>
          </p:nvSpPr>
          <p:spPr>
            <a:xfrm>
              <a:off x="2273037" y="1439166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6 h 47625"/>
                <a:gd name="connsiteX5" fmla="*/ 15621 w 38100"/>
                <a:gd name="connsiteY5" fmla="*/ 13526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Полилиния: фигура 89">
              <a:extLst>
                <a:ext uri="{FF2B5EF4-FFF2-40B4-BE49-F238E27FC236}">
                  <a16:creationId xmlns:a16="http://schemas.microsoft.com/office/drawing/2014/main" id="{70B10E8A-F2DF-4D39-B380-053EFF68CBA7}"/>
                </a:ext>
              </a:extLst>
            </p:cNvPr>
            <p:cNvSpPr/>
            <p:nvPr/>
          </p:nvSpPr>
          <p:spPr>
            <a:xfrm>
              <a:off x="2331426" y="1437832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6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0"/>
                    <a:pt x="11335" y="0"/>
                    <a:pt x="27622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579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6"/>
                    <a:pt x="27622" y="13906"/>
                  </a:cubicBezTo>
                  <a:cubicBezTo>
                    <a:pt x="20574" y="13906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Полилиния: фигура 90">
              <a:extLst>
                <a:ext uri="{FF2B5EF4-FFF2-40B4-BE49-F238E27FC236}">
                  <a16:creationId xmlns:a16="http://schemas.microsoft.com/office/drawing/2014/main" id="{0EB62C10-0592-4F41-B6C1-CF39546E6694}"/>
                </a:ext>
              </a:extLst>
            </p:cNvPr>
            <p:cNvSpPr/>
            <p:nvPr/>
          </p:nvSpPr>
          <p:spPr>
            <a:xfrm>
              <a:off x="2398101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Полилиния: фигура 91">
              <a:extLst>
                <a:ext uri="{FF2B5EF4-FFF2-40B4-BE49-F238E27FC236}">
                  <a16:creationId xmlns:a16="http://schemas.microsoft.com/office/drawing/2014/main" id="{F85CB06B-47ED-4FB3-AC8B-BBED77811E9F}"/>
                </a:ext>
              </a:extLst>
            </p:cNvPr>
            <p:cNvSpPr/>
            <p:nvPr/>
          </p:nvSpPr>
          <p:spPr>
            <a:xfrm>
              <a:off x="2459822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812 w 47625"/>
                <a:gd name="connsiteY7" fmla="*/ 53912 h 47625"/>
                <a:gd name="connsiteX8" fmla="*/ 15812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812" y="53912"/>
                  </a:lnTo>
                  <a:lnTo>
                    <a:pt x="15812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3" name="Московский метрополитен" hidden="1">
            <a:extLst>
              <a:ext uri="{FF2B5EF4-FFF2-40B4-BE49-F238E27FC236}">
                <a16:creationId xmlns:a16="http://schemas.microsoft.com/office/drawing/2014/main" id="{A017557A-16B4-48D7-AB1B-D86E90C6C2B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9960"/>
            <a:ext cx="920178" cy="319479"/>
            <a:chOff x="4475539" y="1199387"/>
            <a:chExt cx="1152240" cy="400050"/>
          </a:xfrm>
          <a:solidFill>
            <a:srgbClr val="E4000D"/>
          </a:solidFill>
        </p:grpSpPr>
        <p:sp>
          <p:nvSpPr>
            <p:cNvPr id="94" name="Полилиния: фигура 93">
              <a:extLst>
                <a:ext uri="{FF2B5EF4-FFF2-40B4-BE49-F238E27FC236}">
                  <a16:creationId xmlns:a16="http://schemas.microsoft.com/office/drawing/2014/main" id="{9062FF1C-1883-4412-88DD-B0FAADD287A3}"/>
                </a:ext>
              </a:extLst>
            </p:cNvPr>
            <p:cNvSpPr/>
            <p:nvPr/>
          </p:nvSpPr>
          <p:spPr>
            <a:xfrm>
              <a:off x="4892068" y="126711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Полилиния: фигура 94">
              <a:extLst>
                <a:ext uri="{FF2B5EF4-FFF2-40B4-BE49-F238E27FC236}">
                  <a16:creationId xmlns:a16="http://schemas.microsoft.com/office/drawing/2014/main" id="{09764DE6-FE59-4FAA-95D5-C8ED2940A414}"/>
                </a:ext>
              </a:extLst>
            </p:cNvPr>
            <p:cNvSpPr/>
            <p:nvPr/>
          </p:nvSpPr>
          <p:spPr>
            <a:xfrm>
              <a:off x="5005796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Полилиния: фигура 95">
              <a:extLst>
                <a:ext uri="{FF2B5EF4-FFF2-40B4-BE49-F238E27FC236}">
                  <a16:creationId xmlns:a16="http://schemas.microsoft.com/office/drawing/2014/main" id="{A1FDD3A8-B808-4AF5-8285-EADEE5D907CD}"/>
                </a:ext>
              </a:extLst>
            </p:cNvPr>
            <p:cNvSpPr/>
            <p:nvPr/>
          </p:nvSpPr>
          <p:spPr>
            <a:xfrm>
              <a:off x="5068947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Полилиния: фигура 96">
              <a:extLst>
                <a:ext uri="{FF2B5EF4-FFF2-40B4-BE49-F238E27FC236}">
                  <a16:creationId xmlns:a16="http://schemas.microsoft.com/office/drawing/2014/main" id="{9CE5113C-A5B2-4776-80C9-5843EA6B1AAA}"/>
                </a:ext>
              </a:extLst>
            </p:cNvPr>
            <p:cNvSpPr/>
            <p:nvPr/>
          </p:nvSpPr>
          <p:spPr>
            <a:xfrm>
              <a:off x="5125525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Полилиния: фигура 97">
              <a:extLst>
                <a:ext uri="{FF2B5EF4-FFF2-40B4-BE49-F238E27FC236}">
                  <a16:creationId xmlns:a16="http://schemas.microsoft.com/office/drawing/2014/main" id="{6BB87B71-03EA-42F9-8437-AB84DBA1CE77}"/>
                </a:ext>
              </a:extLst>
            </p:cNvPr>
            <p:cNvSpPr/>
            <p:nvPr/>
          </p:nvSpPr>
          <p:spPr>
            <a:xfrm>
              <a:off x="5180008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Полилиния: фигура 98">
              <a:extLst>
                <a:ext uri="{FF2B5EF4-FFF2-40B4-BE49-F238E27FC236}">
                  <a16:creationId xmlns:a16="http://schemas.microsoft.com/office/drawing/2014/main" id="{CC0C82D9-58FE-4B27-863C-39C96B8E2DF8}"/>
                </a:ext>
              </a:extLst>
            </p:cNvPr>
            <p:cNvSpPr/>
            <p:nvPr/>
          </p:nvSpPr>
          <p:spPr>
            <a:xfrm>
              <a:off x="5246683" y="128787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Полилиния: фигура 99">
              <a:extLst>
                <a:ext uri="{FF2B5EF4-FFF2-40B4-BE49-F238E27FC236}">
                  <a16:creationId xmlns:a16="http://schemas.microsoft.com/office/drawing/2014/main" id="{25C4C8EF-027D-47FA-B5C8-586ECF961A86}"/>
                </a:ext>
              </a:extLst>
            </p:cNvPr>
            <p:cNvSpPr/>
            <p:nvPr/>
          </p:nvSpPr>
          <p:spPr>
            <a:xfrm>
              <a:off x="5304405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Полилиния: фигура 100">
              <a:extLst>
                <a:ext uri="{FF2B5EF4-FFF2-40B4-BE49-F238E27FC236}">
                  <a16:creationId xmlns:a16="http://schemas.microsoft.com/office/drawing/2014/main" id="{A5353F79-B656-4095-AA3F-6879D8BDDDAA}"/>
                </a:ext>
              </a:extLst>
            </p:cNvPr>
            <p:cNvSpPr/>
            <p:nvPr/>
          </p:nvSpPr>
          <p:spPr>
            <a:xfrm>
              <a:off x="5360888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Полилиния: фигура 101">
              <a:extLst>
                <a:ext uri="{FF2B5EF4-FFF2-40B4-BE49-F238E27FC236}">
                  <a16:creationId xmlns:a16="http://schemas.microsoft.com/office/drawing/2014/main" id="{BCBA0854-7CF0-4B34-A6C4-826DCC489C56}"/>
                </a:ext>
              </a:extLst>
            </p:cNvPr>
            <p:cNvSpPr/>
            <p:nvPr/>
          </p:nvSpPr>
          <p:spPr>
            <a:xfrm>
              <a:off x="5419086" y="12878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6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6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Полилиния: фигура 102">
              <a:extLst>
                <a:ext uri="{FF2B5EF4-FFF2-40B4-BE49-F238E27FC236}">
                  <a16:creationId xmlns:a16="http://schemas.microsoft.com/office/drawing/2014/main" id="{4DD2160E-0D30-4597-A060-2140D10CC38C}"/>
                </a:ext>
              </a:extLst>
            </p:cNvPr>
            <p:cNvSpPr/>
            <p:nvPr/>
          </p:nvSpPr>
          <p:spPr>
            <a:xfrm>
              <a:off x="5483951" y="1263585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00 h 76200"/>
                <a:gd name="connsiteX7" fmla="*/ 34195 w 47625"/>
                <a:gd name="connsiteY7" fmla="*/ 78200 h 76200"/>
                <a:gd name="connsiteX8" fmla="*/ 34195 w 47625"/>
                <a:gd name="connsiteY8" fmla="*/ 47720 h 76200"/>
                <a:gd name="connsiteX9" fmla="*/ 34004 w 47625"/>
                <a:gd name="connsiteY9" fmla="*/ 47720 h 76200"/>
                <a:gd name="connsiteX10" fmla="*/ 13525 w 47625"/>
                <a:gd name="connsiteY10" fmla="*/ 78200 h 76200"/>
                <a:gd name="connsiteX11" fmla="*/ 0 w 47625"/>
                <a:gd name="connsiteY11" fmla="*/ 78200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00"/>
                  </a:lnTo>
                  <a:lnTo>
                    <a:pt x="34195" y="78200"/>
                  </a:lnTo>
                  <a:lnTo>
                    <a:pt x="34195" y="47720"/>
                  </a:lnTo>
                  <a:lnTo>
                    <a:pt x="34004" y="47720"/>
                  </a:lnTo>
                  <a:lnTo>
                    <a:pt x="13525" y="78200"/>
                  </a:lnTo>
                  <a:lnTo>
                    <a:pt x="0" y="78200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8"/>
                    <a:pt x="19050" y="6858"/>
                    <a:pt x="24098" y="6858"/>
                  </a:cubicBezTo>
                  <a:cubicBezTo>
                    <a:pt x="30480" y="6858"/>
                    <a:pt x="32766" y="2858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Полилиния: фигура 103">
              <a:extLst>
                <a:ext uri="{FF2B5EF4-FFF2-40B4-BE49-F238E27FC236}">
                  <a16:creationId xmlns:a16="http://schemas.microsoft.com/office/drawing/2014/main" id="{7C4ABF7D-364B-4193-932A-95F1BFC12CB5}"/>
                </a:ext>
              </a:extLst>
            </p:cNvPr>
            <p:cNvSpPr/>
            <p:nvPr/>
          </p:nvSpPr>
          <p:spPr>
            <a:xfrm>
              <a:off x="4893496" y="1402174"/>
              <a:ext cx="66675" cy="47625"/>
            </a:xfrm>
            <a:custGeom>
              <a:avLst/>
              <a:gdLst>
                <a:gd name="connsiteX0" fmla="*/ 13525 w 66675"/>
                <a:gd name="connsiteY0" fmla="*/ 0 h 47625"/>
                <a:gd name="connsiteX1" fmla="*/ 24098 w 66675"/>
                <a:gd name="connsiteY1" fmla="*/ 0 h 47625"/>
                <a:gd name="connsiteX2" fmla="*/ 37338 w 66675"/>
                <a:gd name="connsiteY2" fmla="*/ 33338 h 47625"/>
                <a:gd name="connsiteX3" fmla="*/ 37529 w 66675"/>
                <a:gd name="connsiteY3" fmla="*/ 33338 h 47625"/>
                <a:gd name="connsiteX4" fmla="*/ 50863 w 66675"/>
                <a:gd name="connsiteY4" fmla="*/ 0 h 47625"/>
                <a:gd name="connsiteX5" fmla="*/ 61150 w 66675"/>
                <a:gd name="connsiteY5" fmla="*/ 0 h 47625"/>
                <a:gd name="connsiteX6" fmla="*/ 74962 w 66675"/>
                <a:gd name="connsiteY6" fmla="*/ 53912 h 47625"/>
                <a:gd name="connsiteX7" fmla="*/ 59341 w 66675"/>
                <a:gd name="connsiteY7" fmla="*/ 53912 h 47625"/>
                <a:gd name="connsiteX8" fmla="*/ 53435 w 66675"/>
                <a:gd name="connsiteY8" fmla="*/ 26956 h 47625"/>
                <a:gd name="connsiteX9" fmla="*/ 53245 w 66675"/>
                <a:gd name="connsiteY9" fmla="*/ 26956 h 47625"/>
                <a:gd name="connsiteX10" fmla="*/ 42100 w 66675"/>
                <a:gd name="connsiteY10" fmla="*/ 53912 h 47625"/>
                <a:gd name="connsiteX11" fmla="*/ 31909 w 66675"/>
                <a:gd name="connsiteY11" fmla="*/ 53912 h 47625"/>
                <a:gd name="connsiteX12" fmla="*/ 21336 w 66675"/>
                <a:gd name="connsiteY12" fmla="*/ 26860 h 47625"/>
                <a:gd name="connsiteX13" fmla="*/ 21146 w 66675"/>
                <a:gd name="connsiteY13" fmla="*/ 26860 h 47625"/>
                <a:gd name="connsiteX14" fmla="*/ 15050 w 66675"/>
                <a:gd name="connsiteY14" fmla="*/ 53912 h 47625"/>
                <a:gd name="connsiteX15" fmla="*/ 0 w 66675"/>
                <a:gd name="connsiteY15" fmla="*/ 53912 h 47625"/>
                <a:gd name="connsiteX16" fmla="*/ 13525 w 66675"/>
                <a:gd name="connsiteY1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47625">
                  <a:moveTo>
                    <a:pt x="13525" y="0"/>
                  </a:moveTo>
                  <a:lnTo>
                    <a:pt x="24098" y="0"/>
                  </a:lnTo>
                  <a:lnTo>
                    <a:pt x="37338" y="33338"/>
                  </a:lnTo>
                  <a:lnTo>
                    <a:pt x="37529" y="33338"/>
                  </a:lnTo>
                  <a:lnTo>
                    <a:pt x="50863" y="0"/>
                  </a:lnTo>
                  <a:lnTo>
                    <a:pt x="61150" y="0"/>
                  </a:lnTo>
                  <a:lnTo>
                    <a:pt x="74962" y="53912"/>
                  </a:lnTo>
                  <a:lnTo>
                    <a:pt x="59341" y="53912"/>
                  </a:lnTo>
                  <a:lnTo>
                    <a:pt x="53435" y="26956"/>
                  </a:lnTo>
                  <a:lnTo>
                    <a:pt x="53245" y="26956"/>
                  </a:lnTo>
                  <a:lnTo>
                    <a:pt x="42100" y="53912"/>
                  </a:lnTo>
                  <a:lnTo>
                    <a:pt x="31909" y="53912"/>
                  </a:lnTo>
                  <a:lnTo>
                    <a:pt x="21336" y="26860"/>
                  </a:lnTo>
                  <a:lnTo>
                    <a:pt x="21146" y="26860"/>
                  </a:lnTo>
                  <a:lnTo>
                    <a:pt x="15050" y="53912"/>
                  </a:lnTo>
                  <a:lnTo>
                    <a:pt x="0" y="53912"/>
                  </a:lnTo>
                  <a:lnTo>
                    <a:pt x="1352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Полилиния: фигура 104">
              <a:extLst>
                <a:ext uri="{FF2B5EF4-FFF2-40B4-BE49-F238E27FC236}">
                  <a16:creationId xmlns:a16="http://schemas.microsoft.com/office/drawing/2014/main" id="{C31B58B1-AE5A-4E41-B140-D71203884123}"/>
                </a:ext>
              </a:extLst>
            </p:cNvPr>
            <p:cNvSpPr/>
            <p:nvPr/>
          </p:nvSpPr>
          <p:spPr>
            <a:xfrm>
              <a:off x="4973697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386 w 47625"/>
                <a:gd name="connsiteY10" fmla="*/ 22098 h 47625"/>
                <a:gd name="connsiteX11" fmla="*/ 26575 w 47625"/>
                <a:gd name="connsiteY11" fmla="*/ 12382 h 47625"/>
                <a:gd name="connsiteX12" fmla="*/ 16764 w 47625"/>
                <a:gd name="connsiteY12" fmla="*/ 22098 h 47625"/>
                <a:gd name="connsiteX13" fmla="*/ 36386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6" y="56388"/>
                    <a:pt x="27432" y="56388"/>
                  </a:cubicBezTo>
                  <a:cubicBezTo>
                    <a:pt x="13430" y="56483"/>
                    <a:pt x="0" y="46482"/>
                    <a:pt x="0" y="28194"/>
                  </a:cubicBezTo>
                  <a:close/>
                  <a:moveTo>
                    <a:pt x="36386" y="22098"/>
                  </a:moveTo>
                  <a:cubicBezTo>
                    <a:pt x="35719" y="16097"/>
                    <a:pt x="32575" y="12382"/>
                    <a:pt x="26575" y="12382"/>
                  </a:cubicBezTo>
                  <a:cubicBezTo>
                    <a:pt x="21146" y="12382"/>
                    <a:pt x="17717" y="16573"/>
                    <a:pt x="16764" y="22098"/>
                  </a:cubicBezTo>
                  <a:lnTo>
                    <a:pt x="36386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Полилиния: фигура 105">
              <a:extLst>
                <a:ext uri="{FF2B5EF4-FFF2-40B4-BE49-F238E27FC236}">
                  <a16:creationId xmlns:a16="http://schemas.microsoft.com/office/drawing/2014/main" id="{BFDBE857-DC65-4524-A549-B9F14AF9C891}"/>
                </a:ext>
              </a:extLst>
            </p:cNvPr>
            <p:cNvSpPr/>
            <p:nvPr/>
          </p:nvSpPr>
          <p:spPr>
            <a:xfrm>
              <a:off x="503132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Полилиния: фигура 106">
              <a:extLst>
                <a:ext uri="{FF2B5EF4-FFF2-40B4-BE49-F238E27FC236}">
                  <a16:creationId xmlns:a16="http://schemas.microsoft.com/office/drawing/2014/main" id="{2E6BA3A9-7542-4CF0-A9FC-1F51925A6ECD}"/>
                </a:ext>
              </a:extLst>
            </p:cNvPr>
            <p:cNvSpPr/>
            <p:nvPr/>
          </p:nvSpPr>
          <p:spPr>
            <a:xfrm>
              <a:off x="5087425" y="140084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Полилиния: фигура 107">
              <a:extLst>
                <a:ext uri="{FF2B5EF4-FFF2-40B4-BE49-F238E27FC236}">
                  <a16:creationId xmlns:a16="http://schemas.microsoft.com/office/drawing/2014/main" id="{2440D93A-05A9-4773-B94A-9A44AE6B371D}"/>
                </a:ext>
              </a:extLst>
            </p:cNvPr>
            <p:cNvSpPr/>
            <p:nvPr/>
          </p:nvSpPr>
          <p:spPr>
            <a:xfrm>
              <a:off x="5151052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Полилиния: фигура 108">
              <a:extLst>
                <a:ext uri="{FF2B5EF4-FFF2-40B4-BE49-F238E27FC236}">
                  <a16:creationId xmlns:a16="http://schemas.microsoft.com/office/drawing/2014/main" id="{1F12B110-F58A-4151-97F3-72FCC1813396}"/>
                </a:ext>
              </a:extLst>
            </p:cNvPr>
            <p:cNvSpPr/>
            <p:nvPr/>
          </p:nvSpPr>
          <p:spPr>
            <a:xfrm>
              <a:off x="5217632" y="140217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5 h 47625"/>
                <a:gd name="connsiteX5" fmla="*/ 15621 w 38100"/>
                <a:gd name="connsiteY5" fmla="*/ 13525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5"/>
                  </a:lnTo>
                  <a:lnTo>
                    <a:pt x="15621" y="13525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Полилиния: фигура 109">
              <a:extLst>
                <a:ext uri="{FF2B5EF4-FFF2-40B4-BE49-F238E27FC236}">
                  <a16:creationId xmlns:a16="http://schemas.microsoft.com/office/drawing/2014/main" id="{4878A7D7-628B-43D5-B0D0-DDD2AB9FFD46}"/>
                </a:ext>
              </a:extLst>
            </p:cNvPr>
            <p:cNvSpPr/>
            <p:nvPr/>
          </p:nvSpPr>
          <p:spPr>
            <a:xfrm>
              <a:off x="5275925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Полилиния: фигура 110">
              <a:extLst>
                <a:ext uri="{FF2B5EF4-FFF2-40B4-BE49-F238E27FC236}">
                  <a16:creationId xmlns:a16="http://schemas.microsoft.com/office/drawing/2014/main" id="{16619039-267B-4F14-B083-8E2EA0ED9A50}"/>
                </a:ext>
              </a:extLst>
            </p:cNvPr>
            <p:cNvSpPr/>
            <p:nvPr/>
          </p:nvSpPr>
          <p:spPr>
            <a:xfrm>
              <a:off x="5337552" y="1402269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42291 h 47625"/>
                <a:gd name="connsiteX2" fmla="*/ 2667 w 47625"/>
                <a:gd name="connsiteY2" fmla="*/ 42863 h 47625"/>
                <a:gd name="connsiteX3" fmla="*/ 8573 w 47625"/>
                <a:gd name="connsiteY3" fmla="*/ 30671 h 47625"/>
                <a:gd name="connsiteX4" fmla="*/ 10096 w 47625"/>
                <a:gd name="connsiteY4" fmla="*/ 0 h 47625"/>
                <a:gd name="connsiteX5" fmla="*/ 53435 w 47625"/>
                <a:gd name="connsiteY5" fmla="*/ 0 h 47625"/>
                <a:gd name="connsiteX6" fmla="*/ 53435 w 47625"/>
                <a:gd name="connsiteY6" fmla="*/ 53912 h 47625"/>
                <a:gd name="connsiteX7" fmla="*/ 38005 w 47625"/>
                <a:gd name="connsiteY7" fmla="*/ 53912 h 47625"/>
                <a:gd name="connsiteX8" fmla="*/ 38005 w 47625"/>
                <a:gd name="connsiteY8" fmla="*/ 13526 h 47625"/>
                <a:gd name="connsiteX9" fmla="*/ 23717 w 47625"/>
                <a:gd name="connsiteY9" fmla="*/ 13526 h 47625"/>
                <a:gd name="connsiteX10" fmla="*/ 23050 w 47625"/>
                <a:gd name="connsiteY10" fmla="*/ 29432 h 47625"/>
                <a:gd name="connsiteX11" fmla="*/ 6001 w 47625"/>
                <a:gd name="connsiteY11" fmla="*/ 54959 h 47625"/>
                <a:gd name="connsiteX12" fmla="*/ 0 w 47625"/>
                <a:gd name="connsiteY12" fmla="*/ 5391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53912"/>
                  </a:moveTo>
                  <a:lnTo>
                    <a:pt x="0" y="42291"/>
                  </a:lnTo>
                  <a:cubicBezTo>
                    <a:pt x="571" y="42482"/>
                    <a:pt x="1715" y="42863"/>
                    <a:pt x="2667" y="42863"/>
                  </a:cubicBezTo>
                  <a:cubicBezTo>
                    <a:pt x="6763" y="42863"/>
                    <a:pt x="7715" y="40196"/>
                    <a:pt x="8573" y="30671"/>
                  </a:cubicBezTo>
                  <a:cubicBezTo>
                    <a:pt x="10096" y="11240"/>
                    <a:pt x="10096" y="0"/>
                    <a:pt x="10096" y="0"/>
                  </a:cubicBezTo>
                  <a:lnTo>
                    <a:pt x="53435" y="0"/>
                  </a:lnTo>
                  <a:lnTo>
                    <a:pt x="53435" y="53912"/>
                  </a:lnTo>
                  <a:lnTo>
                    <a:pt x="38005" y="53912"/>
                  </a:lnTo>
                  <a:lnTo>
                    <a:pt x="38005" y="13526"/>
                  </a:lnTo>
                  <a:lnTo>
                    <a:pt x="23717" y="13526"/>
                  </a:lnTo>
                  <a:cubicBezTo>
                    <a:pt x="23527" y="17621"/>
                    <a:pt x="23622" y="22574"/>
                    <a:pt x="23050" y="29432"/>
                  </a:cubicBezTo>
                  <a:cubicBezTo>
                    <a:pt x="21908" y="46101"/>
                    <a:pt x="19336" y="54959"/>
                    <a:pt x="6001" y="54959"/>
                  </a:cubicBezTo>
                  <a:cubicBezTo>
                    <a:pt x="2858" y="54959"/>
                    <a:pt x="0" y="53912"/>
                    <a:pt x="0" y="539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Полилиния: фигура 111">
              <a:extLst>
                <a:ext uri="{FF2B5EF4-FFF2-40B4-BE49-F238E27FC236}">
                  <a16:creationId xmlns:a16="http://schemas.microsoft.com/office/drawing/2014/main" id="{BAC33D6B-12C7-404D-9C82-37D3141630CD}"/>
                </a:ext>
              </a:extLst>
            </p:cNvPr>
            <p:cNvSpPr/>
            <p:nvPr/>
          </p:nvSpPr>
          <p:spPr>
            <a:xfrm>
              <a:off x="5406036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Полилиния: фигура 112">
              <a:extLst>
                <a:ext uri="{FF2B5EF4-FFF2-40B4-BE49-F238E27FC236}">
                  <a16:creationId xmlns:a16="http://schemas.microsoft.com/office/drawing/2014/main" id="{87D3FC4E-A550-4740-8A12-98C6A9AE39C4}"/>
                </a:ext>
              </a:extLst>
            </p:cNvPr>
            <p:cNvSpPr/>
            <p:nvPr/>
          </p:nvSpPr>
          <p:spPr>
            <a:xfrm>
              <a:off x="546547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Полилиния: фигура 113">
              <a:extLst>
                <a:ext uri="{FF2B5EF4-FFF2-40B4-BE49-F238E27FC236}">
                  <a16:creationId xmlns:a16="http://schemas.microsoft.com/office/drawing/2014/main" id="{6F8175A3-36F7-4A96-A5E1-D773F8B547D8}"/>
                </a:ext>
              </a:extLst>
            </p:cNvPr>
            <p:cNvSpPr/>
            <p:nvPr/>
          </p:nvSpPr>
          <p:spPr>
            <a:xfrm>
              <a:off x="5516241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290 w 47625"/>
                <a:gd name="connsiteY10" fmla="*/ 22098 h 47625"/>
                <a:gd name="connsiteX11" fmla="*/ 26479 w 47625"/>
                <a:gd name="connsiteY11" fmla="*/ 12382 h 47625"/>
                <a:gd name="connsiteX12" fmla="*/ 16669 w 47625"/>
                <a:gd name="connsiteY12" fmla="*/ 22098 h 47625"/>
                <a:gd name="connsiteX13" fmla="*/ 36290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5" y="56388"/>
                    <a:pt x="27432" y="56388"/>
                  </a:cubicBezTo>
                  <a:cubicBezTo>
                    <a:pt x="13335" y="56483"/>
                    <a:pt x="0" y="46482"/>
                    <a:pt x="0" y="28194"/>
                  </a:cubicBezTo>
                  <a:close/>
                  <a:moveTo>
                    <a:pt x="36290" y="22098"/>
                  </a:moveTo>
                  <a:cubicBezTo>
                    <a:pt x="35623" y="16097"/>
                    <a:pt x="32480" y="12382"/>
                    <a:pt x="26479" y="12382"/>
                  </a:cubicBezTo>
                  <a:cubicBezTo>
                    <a:pt x="21050" y="12382"/>
                    <a:pt x="17621" y="16573"/>
                    <a:pt x="16669" y="22098"/>
                  </a:cubicBezTo>
                  <a:lnTo>
                    <a:pt x="36290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Полилиния: фигура 114">
              <a:extLst>
                <a:ext uri="{FF2B5EF4-FFF2-40B4-BE49-F238E27FC236}">
                  <a16:creationId xmlns:a16="http://schemas.microsoft.com/office/drawing/2014/main" id="{A5688D78-1C78-4E67-AA23-47C346155685}"/>
                </a:ext>
              </a:extLst>
            </p:cNvPr>
            <p:cNvSpPr/>
            <p:nvPr/>
          </p:nvSpPr>
          <p:spPr>
            <a:xfrm>
              <a:off x="5580154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Полилиния: фигура 115">
              <a:extLst>
                <a:ext uri="{FF2B5EF4-FFF2-40B4-BE49-F238E27FC236}">
                  <a16:creationId xmlns:a16="http://schemas.microsoft.com/office/drawing/2014/main" id="{66932C28-5880-44E6-8032-F12A02E906BD}"/>
                </a:ext>
              </a:extLst>
            </p:cNvPr>
            <p:cNvSpPr/>
            <p:nvPr/>
          </p:nvSpPr>
          <p:spPr>
            <a:xfrm>
              <a:off x="4552692" y="1289684"/>
              <a:ext cx="171450" cy="114300"/>
            </a:xfrm>
            <a:custGeom>
              <a:avLst/>
              <a:gdLst>
                <a:gd name="connsiteX0" fmla="*/ 62865 w 171450"/>
                <a:gd name="connsiteY0" fmla="*/ 105251 h 114300"/>
                <a:gd name="connsiteX1" fmla="*/ 53530 w 171450"/>
                <a:gd name="connsiteY1" fmla="*/ 105251 h 114300"/>
                <a:gd name="connsiteX2" fmla="*/ 62675 w 171450"/>
                <a:gd name="connsiteY2" fmla="*/ 79058 h 114300"/>
                <a:gd name="connsiteX3" fmla="*/ 88963 w 171450"/>
                <a:gd name="connsiteY3" fmla="*/ 122301 h 114300"/>
                <a:gd name="connsiteX4" fmla="*/ 115252 w 171450"/>
                <a:gd name="connsiteY4" fmla="*/ 79058 h 114300"/>
                <a:gd name="connsiteX5" fmla="*/ 124396 w 171450"/>
                <a:gd name="connsiteY5" fmla="*/ 105251 h 114300"/>
                <a:gd name="connsiteX6" fmla="*/ 114967 w 171450"/>
                <a:gd name="connsiteY6" fmla="*/ 105251 h 114300"/>
                <a:gd name="connsiteX7" fmla="*/ 114967 w 171450"/>
                <a:gd name="connsiteY7" fmla="*/ 121063 h 114300"/>
                <a:gd name="connsiteX8" fmla="*/ 177832 w 171450"/>
                <a:gd name="connsiteY8" fmla="*/ 121063 h 114300"/>
                <a:gd name="connsiteX9" fmla="*/ 177832 w 171450"/>
                <a:gd name="connsiteY9" fmla="*/ 105251 h 114300"/>
                <a:gd name="connsiteX10" fmla="*/ 165640 w 171450"/>
                <a:gd name="connsiteY10" fmla="*/ 105251 h 114300"/>
                <a:gd name="connsiteX11" fmla="*/ 124016 w 171450"/>
                <a:gd name="connsiteY11" fmla="*/ 0 h 114300"/>
                <a:gd name="connsiteX12" fmla="*/ 88963 w 171450"/>
                <a:gd name="connsiteY12" fmla="*/ 61436 h 114300"/>
                <a:gd name="connsiteX13" fmla="*/ 53912 w 171450"/>
                <a:gd name="connsiteY13" fmla="*/ 0 h 114300"/>
                <a:gd name="connsiteX14" fmla="*/ 12287 w 171450"/>
                <a:gd name="connsiteY14" fmla="*/ 105251 h 114300"/>
                <a:gd name="connsiteX15" fmla="*/ 0 w 171450"/>
                <a:gd name="connsiteY15" fmla="*/ 105251 h 114300"/>
                <a:gd name="connsiteX16" fmla="*/ 0 w 171450"/>
                <a:gd name="connsiteY16" fmla="*/ 121063 h 114300"/>
                <a:gd name="connsiteX17" fmla="*/ 62865 w 171450"/>
                <a:gd name="connsiteY17" fmla="*/ 12106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1450" h="114300">
                  <a:moveTo>
                    <a:pt x="62865" y="105251"/>
                  </a:moveTo>
                  <a:lnTo>
                    <a:pt x="53530" y="105251"/>
                  </a:lnTo>
                  <a:lnTo>
                    <a:pt x="62675" y="79058"/>
                  </a:lnTo>
                  <a:lnTo>
                    <a:pt x="88963" y="122301"/>
                  </a:lnTo>
                  <a:lnTo>
                    <a:pt x="115252" y="79058"/>
                  </a:lnTo>
                  <a:lnTo>
                    <a:pt x="124396" y="105251"/>
                  </a:lnTo>
                  <a:lnTo>
                    <a:pt x="114967" y="105251"/>
                  </a:lnTo>
                  <a:lnTo>
                    <a:pt x="114967" y="121063"/>
                  </a:lnTo>
                  <a:lnTo>
                    <a:pt x="177832" y="121063"/>
                  </a:lnTo>
                  <a:lnTo>
                    <a:pt x="177832" y="105251"/>
                  </a:lnTo>
                  <a:lnTo>
                    <a:pt x="165640" y="105251"/>
                  </a:lnTo>
                  <a:lnTo>
                    <a:pt x="124016" y="0"/>
                  </a:lnTo>
                  <a:lnTo>
                    <a:pt x="88963" y="61436"/>
                  </a:lnTo>
                  <a:lnTo>
                    <a:pt x="53912" y="0"/>
                  </a:lnTo>
                  <a:lnTo>
                    <a:pt x="12287" y="105251"/>
                  </a:lnTo>
                  <a:lnTo>
                    <a:pt x="0" y="105251"/>
                  </a:lnTo>
                  <a:lnTo>
                    <a:pt x="0" y="121063"/>
                  </a:lnTo>
                  <a:lnTo>
                    <a:pt x="62865" y="1210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Полилиния: фигура 116">
              <a:extLst>
                <a:ext uri="{FF2B5EF4-FFF2-40B4-BE49-F238E27FC236}">
                  <a16:creationId xmlns:a16="http://schemas.microsoft.com/office/drawing/2014/main" id="{BA7F2828-06D0-46CE-B1E0-3930D640DA08}"/>
                </a:ext>
              </a:extLst>
            </p:cNvPr>
            <p:cNvSpPr/>
            <p:nvPr/>
          </p:nvSpPr>
          <p:spPr>
            <a:xfrm>
              <a:off x="4475539" y="1199387"/>
              <a:ext cx="323850" cy="400050"/>
            </a:xfrm>
            <a:custGeom>
              <a:avLst/>
              <a:gdLst>
                <a:gd name="connsiteX0" fmla="*/ 332137 w 323850"/>
                <a:gd name="connsiteY0" fmla="*/ 166116 h 400050"/>
                <a:gd name="connsiteX1" fmla="*/ 166116 w 323850"/>
                <a:gd name="connsiteY1" fmla="*/ 0 h 400050"/>
                <a:gd name="connsiteX2" fmla="*/ 0 w 323850"/>
                <a:gd name="connsiteY2" fmla="*/ 166116 h 400050"/>
                <a:gd name="connsiteX3" fmla="*/ 48482 w 323850"/>
                <a:gd name="connsiteY3" fmla="*/ 283369 h 400050"/>
                <a:gd name="connsiteX4" fmla="*/ 58198 w 323850"/>
                <a:gd name="connsiteY4" fmla="*/ 287369 h 400050"/>
                <a:gd name="connsiteX5" fmla="*/ 71723 w 323850"/>
                <a:gd name="connsiteY5" fmla="*/ 273844 h 400050"/>
                <a:gd name="connsiteX6" fmla="*/ 67628 w 323850"/>
                <a:gd name="connsiteY6" fmla="*/ 264033 h 400050"/>
                <a:gd name="connsiteX7" fmla="*/ 27051 w 323850"/>
                <a:gd name="connsiteY7" fmla="*/ 166021 h 400050"/>
                <a:gd name="connsiteX8" fmla="*/ 166116 w 323850"/>
                <a:gd name="connsiteY8" fmla="*/ 26956 h 400050"/>
                <a:gd name="connsiteX9" fmla="*/ 305181 w 323850"/>
                <a:gd name="connsiteY9" fmla="*/ 166021 h 400050"/>
                <a:gd name="connsiteX10" fmla="*/ 264414 w 323850"/>
                <a:gd name="connsiteY10" fmla="*/ 264319 h 400050"/>
                <a:gd name="connsiteX11" fmla="*/ 146971 w 323850"/>
                <a:gd name="connsiteY11" fmla="*/ 381762 h 400050"/>
                <a:gd name="connsiteX12" fmla="*/ 166116 w 323850"/>
                <a:gd name="connsiteY12" fmla="*/ 400907 h 400050"/>
                <a:gd name="connsiteX13" fmla="*/ 283655 w 323850"/>
                <a:gd name="connsiteY13" fmla="*/ 283369 h 400050"/>
                <a:gd name="connsiteX14" fmla="*/ 332137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>
                  <a:moveTo>
                    <a:pt x="332137" y="166116"/>
                  </a:move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273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563" y="253365"/>
                    <a:pt x="332137" y="211931"/>
                    <a:pt x="332137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18" name="Мосгортранс" hidden="1">
            <a:extLst>
              <a:ext uri="{FF2B5EF4-FFF2-40B4-BE49-F238E27FC236}">
                <a16:creationId xmlns:a16="http://schemas.microsoft.com/office/drawing/2014/main" id="{C74690CF-7FFF-4406-8357-7E58FC0B9F8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8794"/>
            <a:ext cx="879328" cy="319479"/>
            <a:chOff x="6217253" y="1957387"/>
            <a:chExt cx="1101090" cy="400050"/>
          </a:xfrm>
          <a:solidFill>
            <a:srgbClr val="0A51A1"/>
          </a:solidFill>
        </p:grpSpPr>
        <p:sp>
          <p:nvSpPr>
            <p:cNvPr id="119" name="Полилиния: фигура 118">
              <a:extLst>
                <a:ext uri="{FF2B5EF4-FFF2-40B4-BE49-F238E27FC236}">
                  <a16:creationId xmlns:a16="http://schemas.microsoft.com/office/drawing/2014/main" id="{862F4F3A-7167-4828-B0BF-4B2BF1BE967E}"/>
                </a:ext>
              </a:extLst>
            </p:cNvPr>
            <p:cNvSpPr/>
            <p:nvPr/>
          </p:nvSpPr>
          <p:spPr>
            <a:xfrm>
              <a:off x="6633782" y="2090928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Полилиния: фигура 119">
              <a:extLst>
                <a:ext uri="{FF2B5EF4-FFF2-40B4-BE49-F238E27FC236}">
                  <a16:creationId xmlns:a16="http://schemas.microsoft.com/office/drawing/2014/main" id="{EABBAB39-A923-4260-A346-AC8E0F8B8512}"/>
                </a:ext>
              </a:extLst>
            </p:cNvPr>
            <p:cNvSpPr/>
            <p:nvPr/>
          </p:nvSpPr>
          <p:spPr>
            <a:xfrm>
              <a:off x="6747510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Полилиния: фигура 120">
              <a:extLst>
                <a:ext uri="{FF2B5EF4-FFF2-40B4-BE49-F238E27FC236}">
                  <a16:creationId xmlns:a16="http://schemas.microsoft.com/office/drawing/2014/main" id="{368504B3-6F87-4FF4-8BBC-EAA6193325EC}"/>
                </a:ext>
              </a:extLst>
            </p:cNvPr>
            <p:cNvSpPr/>
            <p:nvPr/>
          </p:nvSpPr>
          <p:spPr>
            <a:xfrm>
              <a:off x="6810661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Полилиния: фигура 121">
              <a:extLst>
                <a:ext uri="{FF2B5EF4-FFF2-40B4-BE49-F238E27FC236}">
                  <a16:creationId xmlns:a16="http://schemas.microsoft.com/office/drawing/2014/main" id="{CEFE4E7B-4D99-45CB-A822-C4FB8E7D96B1}"/>
                </a:ext>
              </a:extLst>
            </p:cNvPr>
            <p:cNvSpPr/>
            <p:nvPr/>
          </p:nvSpPr>
          <p:spPr>
            <a:xfrm>
              <a:off x="6867239" y="2111692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3912 h 47625"/>
                <a:gd name="connsiteX5" fmla="*/ 0 w 28575"/>
                <a:gd name="connsiteY5" fmla="*/ 53912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Полилиния: фигура 122">
              <a:extLst>
                <a:ext uri="{FF2B5EF4-FFF2-40B4-BE49-F238E27FC236}">
                  <a16:creationId xmlns:a16="http://schemas.microsoft.com/office/drawing/2014/main" id="{EAC59964-DAEE-4861-A8C8-5C75925E2467}"/>
                </a:ext>
              </a:extLst>
            </p:cNvPr>
            <p:cNvSpPr/>
            <p:nvPr/>
          </p:nvSpPr>
          <p:spPr>
            <a:xfrm>
              <a:off x="6909530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9052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2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2" y="28099"/>
                  </a:moveTo>
                  <a:cubicBezTo>
                    <a:pt x="39052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2" y="36195"/>
                    <a:pt x="39052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Полилиния: фигура 123">
              <a:extLst>
                <a:ext uri="{FF2B5EF4-FFF2-40B4-BE49-F238E27FC236}">
                  <a16:creationId xmlns:a16="http://schemas.microsoft.com/office/drawing/2014/main" id="{CADA0449-8763-4091-910E-E6CA041EB836}"/>
                </a:ext>
              </a:extLst>
            </p:cNvPr>
            <p:cNvSpPr/>
            <p:nvPr/>
          </p:nvSpPr>
          <p:spPr>
            <a:xfrm>
              <a:off x="697620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Полилиния: фигура 124">
              <a:extLst>
                <a:ext uri="{FF2B5EF4-FFF2-40B4-BE49-F238E27FC236}">
                  <a16:creationId xmlns:a16="http://schemas.microsoft.com/office/drawing/2014/main" id="{16CFC134-5A57-4E09-BA5E-09180E2EA5BB}"/>
                </a:ext>
              </a:extLst>
            </p:cNvPr>
            <p:cNvSpPr/>
            <p:nvPr/>
          </p:nvSpPr>
          <p:spPr>
            <a:xfrm>
              <a:off x="7038022" y="2111692"/>
              <a:ext cx="47625" cy="47625"/>
            </a:xfrm>
            <a:custGeom>
              <a:avLst/>
              <a:gdLst>
                <a:gd name="connsiteX0" fmla="*/ 15812 w 47625"/>
                <a:gd name="connsiteY0" fmla="*/ 13621 h 47625"/>
                <a:gd name="connsiteX1" fmla="*/ 0 w 47625"/>
                <a:gd name="connsiteY1" fmla="*/ 13621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62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621"/>
                  </a:moveTo>
                  <a:lnTo>
                    <a:pt x="0" y="13621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6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Полилиния: фигура 125">
              <a:extLst>
                <a:ext uri="{FF2B5EF4-FFF2-40B4-BE49-F238E27FC236}">
                  <a16:creationId xmlns:a16="http://schemas.microsoft.com/office/drawing/2014/main" id="{F1BDB5D4-DD9C-446F-8873-008D6E8C5A98}"/>
                </a:ext>
              </a:extLst>
            </p:cNvPr>
            <p:cNvSpPr/>
            <p:nvPr/>
          </p:nvSpPr>
          <p:spPr>
            <a:xfrm>
              <a:off x="709412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Полилиния: фигура 126">
              <a:extLst>
                <a:ext uri="{FF2B5EF4-FFF2-40B4-BE49-F238E27FC236}">
                  <a16:creationId xmlns:a16="http://schemas.microsoft.com/office/drawing/2014/main" id="{B051E84F-D9D1-4F99-8F7E-0153BB180D88}"/>
                </a:ext>
              </a:extLst>
            </p:cNvPr>
            <p:cNvSpPr/>
            <p:nvPr/>
          </p:nvSpPr>
          <p:spPr>
            <a:xfrm>
              <a:off x="7157275" y="2110263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479 w 47625"/>
                <a:gd name="connsiteY13" fmla="*/ 5657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7 h 47625"/>
                <a:gd name="connsiteX17" fmla="*/ 26003 w 47625"/>
                <a:gd name="connsiteY17" fmla="*/ 32195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481"/>
                  </a:moveTo>
                  <a:cubicBezTo>
                    <a:pt x="0" y="29909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479" y="5657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7"/>
                  </a:lnTo>
                  <a:cubicBezTo>
                    <a:pt x="30766" y="32576"/>
                    <a:pt x="28194" y="32195"/>
                    <a:pt x="26003" y="32195"/>
                  </a:cubicBezTo>
                  <a:cubicBezTo>
                    <a:pt x="18859" y="32195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813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Полилиния: фигура 127">
              <a:extLst>
                <a:ext uri="{FF2B5EF4-FFF2-40B4-BE49-F238E27FC236}">
                  <a16:creationId xmlns:a16="http://schemas.microsoft.com/office/drawing/2014/main" id="{76C199B0-73DF-4D9A-B149-3E6FF1451DBB}"/>
                </a:ext>
              </a:extLst>
            </p:cNvPr>
            <p:cNvSpPr/>
            <p:nvPr/>
          </p:nvSpPr>
          <p:spPr>
            <a:xfrm>
              <a:off x="7220045" y="2111692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Полилиния: фигура 128">
              <a:extLst>
                <a:ext uri="{FF2B5EF4-FFF2-40B4-BE49-F238E27FC236}">
                  <a16:creationId xmlns:a16="http://schemas.microsoft.com/office/drawing/2014/main" id="{DC2D8945-9179-45CF-846D-41347CEFB044}"/>
                </a:ext>
              </a:extLst>
            </p:cNvPr>
            <p:cNvSpPr/>
            <p:nvPr/>
          </p:nvSpPr>
          <p:spPr>
            <a:xfrm>
              <a:off x="7280243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7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Полилиния: фигура 129">
              <a:extLst>
                <a:ext uri="{FF2B5EF4-FFF2-40B4-BE49-F238E27FC236}">
                  <a16:creationId xmlns:a16="http://schemas.microsoft.com/office/drawing/2014/main" id="{FCD97902-8F5E-4BDC-8EA9-54C828B2FA6D}"/>
                </a:ext>
              </a:extLst>
            </p:cNvPr>
            <p:cNvSpPr/>
            <p:nvPr/>
          </p:nvSpPr>
          <p:spPr>
            <a:xfrm>
              <a:off x="6217253" y="1957387"/>
              <a:ext cx="323850" cy="400050"/>
            </a:xfrm>
            <a:custGeom>
              <a:avLst/>
              <a:gdLst>
                <a:gd name="connsiteX0" fmla="*/ 166116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939 h 400050"/>
                <a:gd name="connsiteX5" fmla="*/ 67628 w 323850"/>
                <a:gd name="connsiteY5" fmla="*/ 264128 h 400050"/>
                <a:gd name="connsiteX6" fmla="*/ 27146 w 323850"/>
                <a:gd name="connsiteY6" fmla="*/ 166116 h 400050"/>
                <a:gd name="connsiteX7" fmla="*/ 166211 w 323850"/>
                <a:gd name="connsiteY7" fmla="*/ 27051 h 400050"/>
                <a:gd name="connsiteX8" fmla="*/ 305276 w 323850"/>
                <a:gd name="connsiteY8" fmla="*/ 166116 h 400050"/>
                <a:gd name="connsiteX9" fmla="*/ 264509 w 323850"/>
                <a:gd name="connsiteY9" fmla="*/ 264414 h 400050"/>
                <a:gd name="connsiteX10" fmla="*/ 147066 w 323850"/>
                <a:gd name="connsiteY10" fmla="*/ 381857 h 400050"/>
                <a:gd name="connsiteX11" fmla="*/ 166211 w 323850"/>
                <a:gd name="connsiteY11" fmla="*/ 401003 h 400050"/>
                <a:gd name="connsiteX12" fmla="*/ 283750 w 323850"/>
                <a:gd name="connsiteY12" fmla="*/ 283464 h 400050"/>
                <a:gd name="connsiteX13" fmla="*/ 283750 w 323850"/>
                <a:gd name="connsiteY13" fmla="*/ 283464 h 400050"/>
                <a:gd name="connsiteX14" fmla="*/ 332327 w 323850"/>
                <a:gd name="connsiteY14" fmla="*/ 166116 h 400050"/>
                <a:gd name="connsiteX15" fmla="*/ 166116 w 323850"/>
                <a:gd name="connsiteY15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3850" h="400050">
                  <a:moveTo>
                    <a:pt x="166116" y="0"/>
                  </a:move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146" y="204311"/>
                    <a:pt x="27146" y="166116"/>
                  </a:cubicBezTo>
                  <a:cubicBezTo>
                    <a:pt x="27146" y="89440"/>
                    <a:pt x="89535" y="27051"/>
                    <a:pt x="166211" y="27051"/>
                  </a:cubicBezTo>
                  <a:cubicBezTo>
                    <a:pt x="242888" y="27051"/>
                    <a:pt x="305276" y="89440"/>
                    <a:pt x="305276" y="166116"/>
                  </a:cubicBezTo>
                  <a:cubicBezTo>
                    <a:pt x="305276" y="204502"/>
                    <a:pt x="289655" y="239268"/>
                    <a:pt x="264509" y="264414"/>
                  </a:cubicBezTo>
                  <a:lnTo>
                    <a:pt x="147066" y="381857"/>
                  </a:lnTo>
                  <a:lnTo>
                    <a:pt x="166211" y="401003"/>
                  </a:lnTo>
                  <a:lnTo>
                    <a:pt x="283750" y="283464"/>
                  </a:lnTo>
                  <a:lnTo>
                    <a:pt x="283750" y="283464"/>
                  </a:lnTo>
                  <a:cubicBezTo>
                    <a:pt x="313754" y="253460"/>
                    <a:pt x="332327" y="211931"/>
                    <a:pt x="332327" y="166116"/>
                  </a:cubicBezTo>
                  <a:cubicBezTo>
                    <a:pt x="332137" y="74390"/>
                    <a:pt x="257842" y="0"/>
                    <a:pt x="16611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Полилиния: фигура 130">
              <a:extLst>
                <a:ext uri="{FF2B5EF4-FFF2-40B4-BE49-F238E27FC236}">
                  <a16:creationId xmlns:a16="http://schemas.microsoft.com/office/drawing/2014/main" id="{4F6F6B7E-1828-494D-9E4E-3645DB8EF899}"/>
                </a:ext>
              </a:extLst>
            </p:cNvPr>
            <p:cNvSpPr/>
            <p:nvPr/>
          </p:nvSpPr>
          <p:spPr>
            <a:xfrm>
              <a:off x="6284786" y="2024919"/>
              <a:ext cx="190500" cy="190500"/>
            </a:xfrm>
            <a:custGeom>
              <a:avLst/>
              <a:gdLst>
                <a:gd name="connsiteX0" fmla="*/ 197167 w 190500"/>
                <a:gd name="connsiteY0" fmla="*/ 98584 h 190500"/>
                <a:gd name="connsiteX1" fmla="*/ 98584 w 190500"/>
                <a:gd name="connsiteY1" fmla="*/ 0 h 190500"/>
                <a:gd name="connsiteX2" fmla="*/ 0 w 190500"/>
                <a:gd name="connsiteY2" fmla="*/ 98584 h 190500"/>
                <a:gd name="connsiteX3" fmla="*/ 98584 w 190500"/>
                <a:gd name="connsiteY3" fmla="*/ 197168 h 190500"/>
                <a:gd name="connsiteX4" fmla="*/ 197167 w 190500"/>
                <a:gd name="connsiteY4" fmla="*/ 98584 h 190500"/>
                <a:gd name="connsiteX5" fmla="*/ 92964 w 190500"/>
                <a:gd name="connsiteY5" fmla="*/ 120015 h 190500"/>
                <a:gd name="connsiteX6" fmla="*/ 76676 w 190500"/>
                <a:gd name="connsiteY6" fmla="*/ 140399 h 190500"/>
                <a:gd name="connsiteX7" fmla="*/ 40386 w 190500"/>
                <a:gd name="connsiteY7" fmla="*/ 140399 h 190500"/>
                <a:gd name="connsiteX8" fmla="*/ 61913 w 190500"/>
                <a:gd name="connsiteY8" fmla="*/ 124301 h 190500"/>
                <a:gd name="connsiteX9" fmla="*/ 36957 w 190500"/>
                <a:gd name="connsiteY9" fmla="*/ 114681 h 190500"/>
                <a:gd name="connsiteX10" fmla="*/ 12478 w 190500"/>
                <a:gd name="connsiteY10" fmla="*/ 80772 h 190500"/>
                <a:gd name="connsiteX11" fmla="*/ 32385 w 190500"/>
                <a:gd name="connsiteY11" fmla="*/ 95250 h 190500"/>
                <a:gd name="connsiteX12" fmla="*/ 32290 w 190500"/>
                <a:gd name="connsiteY12" fmla="*/ 92774 h 190500"/>
                <a:gd name="connsiteX13" fmla="*/ 107156 w 190500"/>
                <a:gd name="connsiteY13" fmla="*/ 45529 h 190500"/>
                <a:gd name="connsiteX14" fmla="*/ 136493 w 190500"/>
                <a:gd name="connsiteY14" fmla="*/ 50959 h 190500"/>
                <a:gd name="connsiteX15" fmla="*/ 157258 w 190500"/>
                <a:gd name="connsiteY15" fmla="*/ 61722 h 190500"/>
                <a:gd name="connsiteX16" fmla="*/ 171926 w 190500"/>
                <a:gd name="connsiteY16" fmla="*/ 107156 h 190500"/>
                <a:gd name="connsiteX17" fmla="*/ 172498 w 190500"/>
                <a:gd name="connsiteY17" fmla="*/ 107156 h 190500"/>
                <a:gd name="connsiteX18" fmla="*/ 184404 w 190500"/>
                <a:gd name="connsiteY18" fmla="*/ 107156 h 190500"/>
                <a:gd name="connsiteX19" fmla="*/ 171069 w 190500"/>
                <a:gd name="connsiteY19" fmla="*/ 109061 h 190500"/>
                <a:gd name="connsiteX20" fmla="*/ 129445 w 190500"/>
                <a:gd name="connsiteY20" fmla="*/ 138303 h 190500"/>
                <a:gd name="connsiteX21" fmla="*/ 167449 w 190500"/>
                <a:gd name="connsiteY21" fmla="*/ 109633 h 190500"/>
                <a:gd name="connsiteX22" fmla="*/ 122682 w 190500"/>
                <a:gd name="connsiteY22" fmla="*/ 115919 h 190500"/>
                <a:gd name="connsiteX23" fmla="*/ 113633 w 190500"/>
                <a:gd name="connsiteY23" fmla="*/ 140684 h 190500"/>
                <a:gd name="connsiteX24" fmla="*/ 85630 w 190500"/>
                <a:gd name="connsiteY24" fmla="*/ 140494 h 190500"/>
                <a:gd name="connsiteX25" fmla="*/ 102679 w 190500"/>
                <a:gd name="connsiteY25" fmla="*/ 118681 h 190500"/>
                <a:gd name="connsiteX26" fmla="*/ 92964 w 190500"/>
                <a:gd name="connsiteY26" fmla="*/ 12001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0500" h="190500">
                  <a:moveTo>
                    <a:pt x="197167" y="98584"/>
                  </a:moveTo>
                  <a:cubicBezTo>
                    <a:pt x="197167" y="44196"/>
                    <a:pt x="153067" y="0"/>
                    <a:pt x="98584" y="0"/>
                  </a:cubicBezTo>
                  <a:cubicBezTo>
                    <a:pt x="44196" y="0"/>
                    <a:pt x="0" y="44101"/>
                    <a:pt x="0" y="98584"/>
                  </a:cubicBezTo>
                  <a:cubicBezTo>
                    <a:pt x="0" y="152972"/>
                    <a:pt x="44101" y="197168"/>
                    <a:pt x="98584" y="197168"/>
                  </a:cubicBezTo>
                  <a:cubicBezTo>
                    <a:pt x="152971" y="197072"/>
                    <a:pt x="197167" y="152972"/>
                    <a:pt x="197167" y="98584"/>
                  </a:cubicBezTo>
                  <a:close/>
                  <a:moveTo>
                    <a:pt x="92964" y="120015"/>
                  </a:moveTo>
                  <a:lnTo>
                    <a:pt x="76676" y="140399"/>
                  </a:lnTo>
                  <a:lnTo>
                    <a:pt x="40386" y="140399"/>
                  </a:lnTo>
                  <a:lnTo>
                    <a:pt x="61913" y="124301"/>
                  </a:lnTo>
                  <a:cubicBezTo>
                    <a:pt x="52673" y="124778"/>
                    <a:pt x="42863" y="122015"/>
                    <a:pt x="36957" y="114681"/>
                  </a:cubicBezTo>
                  <a:cubicBezTo>
                    <a:pt x="29432" y="105442"/>
                    <a:pt x="20955" y="94774"/>
                    <a:pt x="12478" y="80772"/>
                  </a:cubicBezTo>
                  <a:lnTo>
                    <a:pt x="32385" y="95250"/>
                  </a:lnTo>
                  <a:lnTo>
                    <a:pt x="32290" y="92774"/>
                  </a:lnTo>
                  <a:cubicBezTo>
                    <a:pt x="31432" y="65627"/>
                    <a:pt x="65532" y="43625"/>
                    <a:pt x="107156" y="45529"/>
                  </a:cubicBezTo>
                  <a:cubicBezTo>
                    <a:pt x="117348" y="46006"/>
                    <a:pt x="127159" y="47911"/>
                    <a:pt x="136493" y="50959"/>
                  </a:cubicBezTo>
                  <a:cubicBezTo>
                    <a:pt x="144304" y="53531"/>
                    <a:pt x="150971" y="56388"/>
                    <a:pt x="157258" y="61722"/>
                  </a:cubicBezTo>
                  <a:cubicBezTo>
                    <a:pt x="173545" y="75248"/>
                    <a:pt x="177546" y="92393"/>
                    <a:pt x="171926" y="107156"/>
                  </a:cubicBezTo>
                  <a:cubicBezTo>
                    <a:pt x="172117" y="107156"/>
                    <a:pt x="172307" y="107156"/>
                    <a:pt x="172498" y="107156"/>
                  </a:cubicBezTo>
                  <a:lnTo>
                    <a:pt x="184404" y="107156"/>
                  </a:lnTo>
                  <a:lnTo>
                    <a:pt x="171069" y="109061"/>
                  </a:lnTo>
                  <a:cubicBezTo>
                    <a:pt x="164973" y="122873"/>
                    <a:pt x="150304" y="134303"/>
                    <a:pt x="129445" y="138303"/>
                  </a:cubicBezTo>
                  <a:cubicBezTo>
                    <a:pt x="149257" y="133541"/>
                    <a:pt x="162211" y="122492"/>
                    <a:pt x="167449" y="109633"/>
                  </a:cubicBezTo>
                  <a:lnTo>
                    <a:pt x="122682" y="115919"/>
                  </a:lnTo>
                  <a:lnTo>
                    <a:pt x="113633" y="140684"/>
                  </a:lnTo>
                  <a:lnTo>
                    <a:pt x="85630" y="140494"/>
                  </a:lnTo>
                  <a:lnTo>
                    <a:pt x="102679" y="118681"/>
                  </a:lnTo>
                  <a:lnTo>
                    <a:pt x="92964" y="1200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Полилиния: фигура 131">
              <a:extLst>
                <a:ext uri="{FF2B5EF4-FFF2-40B4-BE49-F238E27FC236}">
                  <a16:creationId xmlns:a16="http://schemas.microsoft.com/office/drawing/2014/main" id="{ACB782B5-2169-4174-90D3-26420A78847C}"/>
                </a:ext>
              </a:extLst>
            </p:cNvPr>
            <p:cNvSpPr/>
            <p:nvPr/>
          </p:nvSpPr>
          <p:spPr>
            <a:xfrm>
              <a:off x="6334784" y="2074738"/>
              <a:ext cx="114300" cy="57150"/>
            </a:xfrm>
            <a:custGeom>
              <a:avLst/>
              <a:gdLst>
                <a:gd name="connsiteX0" fmla="*/ 53158 w 114300"/>
                <a:gd name="connsiteY0" fmla="*/ 57337 h 57150"/>
                <a:gd name="connsiteX1" fmla="*/ 61825 w 114300"/>
                <a:gd name="connsiteY1" fmla="*/ 57432 h 57150"/>
                <a:gd name="connsiteX2" fmla="*/ 88400 w 114300"/>
                <a:gd name="connsiteY2" fmla="*/ 23428 h 57150"/>
                <a:gd name="connsiteX3" fmla="*/ 76018 w 114300"/>
                <a:gd name="connsiteY3" fmla="*/ 57528 h 57150"/>
                <a:gd name="connsiteX4" fmla="*/ 118594 w 114300"/>
                <a:gd name="connsiteY4" fmla="*/ 57147 h 57150"/>
                <a:gd name="connsiteX5" fmla="*/ 106974 w 114300"/>
                <a:gd name="connsiteY5" fmla="*/ 17046 h 57150"/>
                <a:gd name="connsiteX6" fmla="*/ 85352 w 114300"/>
                <a:gd name="connsiteY6" fmla="*/ 4092 h 57150"/>
                <a:gd name="connsiteX7" fmla="*/ 4390 w 114300"/>
                <a:gd name="connsiteY7" fmla="*/ 48288 h 57150"/>
                <a:gd name="connsiteX8" fmla="*/ 10105 w 114300"/>
                <a:gd name="connsiteY8" fmla="*/ 53813 h 57150"/>
                <a:gd name="connsiteX9" fmla="*/ 34489 w 114300"/>
                <a:gd name="connsiteY9" fmla="*/ 57432 h 57150"/>
                <a:gd name="connsiteX10" fmla="*/ 34965 w 114300"/>
                <a:gd name="connsiteY10" fmla="*/ 57432 h 57150"/>
                <a:gd name="connsiteX11" fmla="*/ 79828 w 114300"/>
                <a:gd name="connsiteY11" fmla="*/ 24000 h 57150"/>
                <a:gd name="connsiteX12" fmla="*/ 53158 w 114300"/>
                <a:gd name="connsiteY12" fmla="*/ 5733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300" h="57150">
                  <a:moveTo>
                    <a:pt x="53158" y="57337"/>
                  </a:moveTo>
                  <a:cubicBezTo>
                    <a:pt x="55920" y="57337"/>
                    <a:pt x="58873" y="57337"/>
                    <a:pt x="61825" y="57432"/>
                  </a:cubicBezTo>
                  <a:lnTo>
                    <a:pt x="88400" y="23428"/>
                  </a:lnTo>
                  <a:lnTo>
                    <a:pt x="76018" y="57528"/>
                  </a:lnTo>
                  <a:cubicBezTo>
                    <a:pt x="88972" y="57623"/>
                    <a:pt x="103354" y="57528"/>
                    <a:pt x="118594" y="57147"/>
                  </a:cubicBezTo>
                  <a:cubicBezTo>
                    <a:pt x="122785" y="44002"/>
                    <a:pt x="119166" y="29238"/>
                    <a:pt x="106974" y="17046"/>
                  </a:cubicBezTo>
                  <a:cubicBezTo>
                    <a:pt x="100687" y="10760"/>
                    <a:pt x="93734" y="6855"/>
                    <a:pt x="85352" y="4092"/>
                  </a:cubicBezTo>
                  <a:cubicBezTo>
                    <a:pt x="40299" y="-10767"/>
                    <a:pt x="-16280" y="17332"/>
                    <a:pt x="4390" y="48288"/>
                  </a:cubicBezTo>
                  <a:cubicBezTo>
                    <a:pt x="5723" y="50289"/>
                    <a:pt x="7152" y="52384"/>
                    <a:pt x="10105" y="53813"/>
                  </a:cubicBezTo>
                  <a:cubicBezTo>
                    <a:pt x="15058" y="56385"/>
                    <a:pt x="24011" y="57528"/>
                    <a:pt x="34489" y="57432"/>
                  </a:cubicBezTo>
                  <a:lnTo>
                    <a:pt x="34965" y="57432"/>
                  </a:lnTo>
                  <a:lnTo>
                    <a:pt x="79828" y="24000"/>
                  </a:lnTo>
                  <a:lnTo>
                    <a:pt x="53158" y="573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3" name="Московский паркинг" hidden="1">
            <a:extLst>
              <a:ext uri="{FF2B5EF4-FFF2-40B4-BE49-F238E27FC236}">
                <a16:creationId xmlns:a16="http://schemas.microsoft.com/office/drawing/2014/main" id="{5311C8AE-FE64-4825-8087-2BFA8EED1BF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8794"/>
            <a:ext cx="843273" cy="319479"/>
            <a:chOff x="10438740" y="1385217"/>
            <a:chExt cx="1055941" cy="400050"/>
          </a:xfrm>
          <a:solidFill>
            <a:srgbClr val="59A020"/>
          </a:solidFill>
        </p:grpSpPr>
        <p:sp>
          <p:nvSpPr>
            <p:cNvPr id="134" name="Полилиния: фигура 133">
              <a:extLst>
                <a:ext uri="{FF2B5EF4-FFF2-40B4-BE49-F238E27FC236}">
                  <a16:creationId xmlns:a16="http://schemas.microsoft.com/office/drawing/2014/main" id="{12E6C7DE-C24C-4743-8282-10A86484C6E0}"/>
                </a:ext>
              </a:extLst>
            </p:cNvPr>
            <p:cNvSpPr/>
            <p:nvPr/>
          </p:nvSpPr>
          <p:spPr>
            <a:xfrm>
              <a:off x="10855173" y="145294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2103 w 104775"/>
                <a:gd name="connsiteY11" fmla="*/ 74771 h 66675"/>
                <a:gd name="connsiteX12" fmla="*/ 47053 w 104775"/>
                <a:gd name="connsiteY12" fmla="*/ 74771 h 66675"/>
                <a:gd name="connsiteX13" fmla="*/ 31432 w 104775"/>
                <a:gd name="connsiteY13" fmla="*/ 31147 h 66675"/>
                <a:gd name="connsiteX14" fmla="*/ 31242 w 104775"/>
                <a:gd name="connsiteY14" fmla="*/ 31147 h 66675"/>
                <a:gd name="connsiteX15" fmla="*/ 1809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2103" y="74771"/>
                  </a:lnTo>
                  <a:lnTo>
                    <a:pt x="47053" y="74771"/>
                  </a:lnTo>
                  <a:lnTo>
                    <a:pt x="31432" y="31147"/>
                  </a:lnTo>
                  <a:lnTo>
                    <a:pt x="31242" y="31147"/>
                  </a:lnTo>
                  <a:lnTo>
                    <a:pt x="1809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Полилиния: фигура 134">
              <a:extLst>
                <a:ext uri="{FF2B5EF4-FFF2-40B4-BE49-F238E27FC236}">
                  <a16:creationId xmlns:a16="http://schemas.microsoft.com/office/drawing/2014/main" id="{5B49DA46-ECD6-4B5E-B9A8-3BFD8CA51021}"/>
                </a:ext>
              </a:extLst>
            </p:cNvPr>
            <p:cNvSpPr/>
            <p:nvPr/>
          </p:nvSpPr>
          <p:spPr>
            <a:xfrm>
              <a:off x="10968901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Полилиния: фигура 135">
              <a:extLst>
                <a:ext uri="{FF2B5EF4-FFF2-40B4-BE49-F238E27FC236}">
                  <a16:creationId xmlns:a16="http://schemas.microsoft.com/office/drawing/2014/main" id="{1F5C41CD-848B-4E4A-B62E-0373BCA2A1F2}"/>
                </a:ext>
              </a:extLst>
            </p:cNvPr>
            <p:cNvSpPr/>
            <p:nvPr/>
          </p:nvSpPr>
          <p:spPr>
            <a:xfrm>
              <a:off x="11032052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Полилиния: фигура 136">
              <a:extLst>
                <a:ext uri="{FF2B5EF4-FFF2-40B4-BE49-F238E27FC236}">
                  <a16:creationId xmlns:a16="http://schemas.microsoft.com/office/drawing/2014/main" id="{A7314B4B-14A7-4136-89AB-916991AD676B}"/>
                </a:ext>
              </a:extLst>
            </p:cNvPr>
            <p:cNvSpPr/>
            <p:nvPr/>
          </p:nvSpPr>
          <p:spPr>
            <a:xfrm>
              <a:off x="11088630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Полилиния: фигура 137">
              <a:extLst>
                <a:ext uri="{FF2B5EF4-FFF2-40B4-BE49-F238E27FC236}">
                  <a16:creationId xmlns:a16="http://schemas.microsoft.com/office/drawing/2014/main" id="{A5AB57DE-8DFD-4055-8F88-DBB23413F57C}"/>
                </a:ext>
              </a:extLst>
            </p:cNvPr>
            <p:cNvSpPr/>
            <p:nvPr/>
          </p:nvSpPr>
          <p:spPr>
            <a:xfrm>
              <a:off x="11143113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Полилиния: фигура 138">
              <a:extLst>
                <a:ext uri="{FF2B5EF4-FFF2-40B4-BE49-F238E27FC236}">
                  <a16:creationId xmlns:a16="http://schemas.microsoft.com/office/drawing/2014/main" id="{02A411E0-462F-4F52-96D3-265FDE41A4E9}"/>
                </a:ext>
              </a:extLst>
            </p:cNvPr>
            <p:cNvSpPr/>
            <p:nvPr/>
          </p:nvSpPr>
          <p:spPr>
            <a:xfrm>
              <a:off x="11209788" y="147370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3905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Полилиния: фигура 139">
              <a:extLst>
                <a:ext uri="{FF2B5EF4-FFF2-40B4-BE49-F238E27FC236}">
                  <a16:creationId xmlns:a16="http://schemas.microsoft.com/office/drawing/2014/main" id="{39B3FC2E-6C5C-450B-8B20-B65B879D2947}"/>
                </a:ext>
              </a:extLst>
            </p:cNvPr>
            <p:cNvSpPr/>
            <p:nvPr/>
          </p:nvSpPr>
          <p:spPr>
            <a:xfrm>
              <a:off x="11267510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Полилиния: фигура 140">
              <a:extLst>
                <a:ext uri="{FF2B5EF4-FFF2-40B4-BE49-F238E27FC236}">
                  <a16:creationId xmlns:a16="http://schemas.microsoft.com/office/drawing/2014/main" id="{C2645EB0-33F8-4740-ABAD-1DA116207927}"/>
                </a:ext>
              </a:extLst>
            </p:cNvPr>
            <p:cNvSpPr/>
            <p:nvPr/>
          </p:nvSpPr>
          <p:spPr>
            <a:xfrm>
              <a:off x="11324088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Полилиния: фигура 141">
              <a:extLst>
                <a:ext uri="{FF2B5EF4-FFF2-40B4-BE49-F238E27FC236}">
                  <a16:creationId xmlns:a16="http://schemas.microsoft.com/office/drawing/2014/main" id="{8D14FEC4-3C6A-4C61-A5B3-69E4C9BCEB5D}"/>
                </a:ext>
              </a:extLst>
            </p:cNvPr>
            <p:cNvSpPr/>
            <p:nvPr/>
          </p:nvSpPr>
          <p:spPr>
            <a:xfrm>
              <a:off x="11382191" y="14737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6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6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Полилиния: фигура 142">
              <a:extLst>
                <a:ext uri="{FF2B5EF4-FFF2-40B4-BE49-F238E27FC236}">
                  <a16:creationId xmlns:a16="http://schemas.microsoft.com/office/drawing/2014/main" id="{ACC0F1CC-95E9-45D7-9177-367F27122686}"/>
                </a:ext>
              </a:extLst>
            </p:cNvPr>
            <p:cNvSpPr/>
            <p:nvPr/>
          </p:nvSpPr>
          <p:spPr>
            <a:xfrm>
              <a:off x="11447056" y="1449416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953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Полилиния: фигура 143">
              <a:extLst>
                <a:ext uri="{FF2B5EF4-FFF2-40B4-BE49-F238E27FC236}">
                  <a16:creationId xmlns:a16="http://schemas.microsoft.com/office/drawing/2014/main" id="{3E5450BE-D218-4717-989B-15E06E556965}"/>
                </a:ext>
              </a:extLst>
            </p:cNvPr>
            <p:cNvSpPr/>
            <p:nvPr/>
          </p:nvSpPr>
          <p:spPr>
            <a:xfrm>
              <a:off x="10861745" y="158800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4007 h 47625"/>
                <a:gd name="connsiteX3" fmla="*/ 31433 w 38100"/>
                <a:gd name="connsiteY3" fmla="*/ 54007 h 47625"/>
                <a:gd name="connsiteX4" fmla="*/ 31433 w 38100"/>
                <a:gd name="connsiteY4" fmla="*/ 13621 h 47625"/>
                <a:gd name="connsiteX5" fmla="*/ 15621 w 38100"/>
                <a:gd name="connsiteY5" fmla="*/ 13621 h 47625"/>
                <a:gd name="connsiteX6" fmla="*/ 15621 w 38100"/>
                <a:gd name="connsiteY6" fmla="*/ 54007 h 47625"/>
                <a:gd name="connsiteX7" fmla="*/ 0 w 38100"/>
                <a:gd name="connsiteY7" fmla="*/ 54007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>
                  <a:moveTo>
                    <a:pt x="95" y="0"/>
                  </a:moveTo>
                  <a:lnTo>
                    <a:pt x="47054" y="0"/>
                  </a:lnTo>
                  <a:lnTo>
                    <a:pt x="47054" y="54007"/>
                  </a:lnTo>
                  <a:lnTo>
                    <a:pt x="31433" y="54007"/>
                  </a:lnTo>
                  <a:lnTo>
                    <a:pt x="31433" y="13621"/>
                  </a:lnTo>
                  <a:lnTo>
                    <a:pt x="15621" y="13621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Полилиния: фигура 144">
              <a:extLst>
                <a:ext uri="{FF2B5EF4-FFF2-40B4-BE49-F238E27FC236}">
                  <a16:creationId xmlns:a16="http://schemas.microsoft.com/office/drawing/2014/main" id="{EF418480-B812-48A9-A27F-553A687660CA}"/>
                </a:ext>
              </a:extLst>
            </p:cNvPr>
            <p:cNvSpPr/>
            <p:nvPr/>
          </p:nvSpPr>
          <p:spPr>
            <a:xfrm>
              <a:off x="10919657" y="1586576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435 h 47625"/>
                <a:gd name="connsiteX10" fmla="*/ 33147 w 47625"/>
                <a:gd name="connsiteY10" fmla="*/ 55435 h 47625"/>
                <a:gd name="connsiteX11" fmla="*/ 33147 w 47625"/>
                <a:gd name="connsiteY11" fmla="*/ 50006 h 47625"/>
                <a:gd name="connsiteX12" fmla="*/ 32957 w 47625"/>
                <a:gd name="connsiteY12" fmla="*/ 50006 h 47625"/>
                <a:gd name="connsiteX13" fmla="*/ 18479 w 47625"/>
                <a:gd name="connsiteY13" fmla="*/ 5676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6 h 47625"/>
                <a:gd name="connsiteX17" fmla="*/ 26003 w 47625"/>
                <a:gd name="connsiteY17" fmla="*/ 32194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435"/>
                  </a:lnTo>
                  <a:lnTo>
                    <a:pt x="33147" y="55435"/>
                  </a:lnTo>
                  <a:lnTo>
                    <a:pt x="33147" y="50006"/>
                  </a:lnTo>
                  <a:lnTo>
                    <a:pt x="32957" y="50006"/>
                  </a:lnTo>
                  <a:cubicBezTo>
                    <a:pt x="30194" y="54673"/>
                    <a:pt x="25146" y="56769"/>
                    <a:pt x="18479" y="5676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6"/>
                  </a:lnTo>
                  <a:cubicBezTo>
                    <a:pt x="30766" y="32576"/>
                    <a:pt x="28194" y="32194"/>
                    <a:pt x="26003" y="32194"/>
                  </a:cubicBezTo>
                  <a:cubicBezTo>
                    <a:pt x="18860" y="32194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718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Полилиния: фигура 145">
              <a:extLst>
                <a:ext uri="{FF2B5EF4-FFF2-40B4-BE49-F238E27FC236}">
                  <a16:creationId xmlns:a16="http://schemas.microsoft.com/office/drawing/2014/main" id="{BC2230C0-9EE7-4B68-A50D-6EC8E5EF18CC}"/>
                </a:ext>
              </a:extLst>
            </p:cNvPr>
            <p:cNvSpPr/>
            <p:nvPr/>
          </p:nvSpPr>
          <p:spPr>
            <a:xfrm>
              <a:off x="10982331" y="158667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7 h 66675"/>
                <a:gd name="connsiteX5" fmla="*/ 15812 w 47625"/>
                <a:gd name="connsiteY5" fmla="*/ 6667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7"/>
                  </a:lnTo>
                  <a:lnTo>
                    <a:pt x="15812" y="6667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5050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Полилиния: фигура 146">
              <a:extLst>
                <a:ext uri="{FF2B5EF4-FFF2-40B4-BE49-F238E27FC236}">
                  <a16:creationId xmlns:a16="http://schemas.microsoft.com/office/drawing/2014/main" id="{CA0FBCFA-7F11-4E04-BDF4-BD6A4488C89B}"/>
                </a:ext>
              </a:extLst>
            </p:cNvPr>
            <p:cNvSpPr/>
            <p:nvPr/>
          </p:nvSpPr>
          <p:spPr>
            <a:xfrm>
              <a:off x="11049483" y="15880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7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7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Полилиния: фигура 147">
              <a:extLst>
                <a:ext uri="{FF2B5EF4-FFF2-40B4-BE49-F238E27FC236}">
                  <a16:creationId xmlns:a16="http://schemas.microsoft.com/office/drawing/2014/main" id="{3EEF082B-3BAE-467C-BC69-184FACA733A3}"/>
                </a:ext>
              </a:extLst>
            </p:cNvPr>
            <p:cNvSpPr/>
            <p:nvPr/>
          </p:nvSpPr>
          <p:spPr>
            <a:xfrm>
              <a:off x="1110758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1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5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1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5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Полилиния: фигура 148">
              <a:extLst>
                <a:ext uri="{FF2B5EF4-FFF2-40B4-BE49-F238E27FC236}">
                  <a16:creationId xmlns:a16="http://schemas.microsoft.com/office/drawing/2014/main" id="{FE0595D6-A28A-4E06-9048-755EC54A5B3D}"/>
                </a:ext>
              </a:extLst>
            </p:cNvPr>
            <p:cNvSpPr/>
            <p:nvPr/>
          </p:nvSpPr>
          <p:spPr>
            <a:xfrm>
              <a:off x="1117254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4007 h 47625"/>
                <a:gd name="connsiteX7" fmla="*/ 33242 w 47625"/>
                <a:gd name="connsiteY7" fmla="*/ 54007 h 47625"/>
                <a:gd name="connsiteX8" fmla="*/ 33242 w 47625"/>
                <a:gd name="connsiteY8" fmla="*/ 33623 h 47625"/>
                <a:gd name="connsiteX9" fmla="*/ 15621 w 47625"/>
                <a:gd name="connsiteY9" fmla="*/ 33623 h 47625"/>
                <a:gd name="connsiteX10" fmla="*/ 15621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4007"/>
                  </a:lnTo>
                  <a:lnTo>
                    <a:pt x="33242" y="54007"/>
                  </a:lnTo>
                  <a:lnTo>
                    <a:pt x="33242" y="33623"/>
                  </a:lnTo>
                  <a:lnTo>
                    <a:pt x="15621" y="3362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Полилиния: фигура 149">
              <a:extLst>
                <a:ext uri="{FF2B5EF4-FFF2-40B4-BE49-F238E27FC236}">
                  <a16:creationId xmlns:a16="http://schemas.microsoft.com/office/drawing/2014/main" id="{205283D1-53DA-4D08-A299-267888E856E1}"/>
                </a:ext>
              </a:extLst>
            </p:cNvPr>
            <p:cNvSpPr/>
            <p:nvPr/>
          </p:nvSpPr>
          <p:spPr>
            <a:xfrm>
              <a:off x="11236173" y="1588004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4007 h 47625"/>
                <a:gd name="connsiteX5" fmla="*/ 0 w 28575"/>
                <a:gd name="connsiteY5" fmla="*/ 54007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Полилиния: фигура 150">
              <a:extLst>
                <a:ext uri="{FF2B5EF4-FFF2-40B4-BE49-F238E27FC236}">
                  <a16:creationId xmlns:a16="http://schemas.microsoft.com/office/drawing/2014/main" id="{0A17F2E7-0753-4ECE-9521-C7D8A0A977E5}"/>
                </a:ext>
              </a:extLst>
            </p:cNvPr>
            <p:cNvSpPr/>
            <p:nvPr/>
          </p:nvSpPr>
          <p:spPr>
            <a:xfrm>
              <a:off x="10438740" y="1385217"/>
              <a:ext cx="323850" cy="400050"/>
            </a:xfrm>
            <a:custGeom>
              <a:avLst/>
              <a:gdLst>
                <a:gd name="connsiteX0" fmla="*/ 166021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844 h 400050"/>
                <a:gd name="connsiteX5" fmla="*/ 67627 w 323850"/>
                <a:gd name="connsiteY5" fmla="*/ 264033 h 400050"/>
                <a:gd name="connsiteX6" fmla="*/ 27051 w 323850"/>
                <a:gd name="connsiteY6" fmla="*/ 166021 h 400050"/>
                <a:gd name="connsiteX7" fmla="*/ 166116 w 323850"/>
                <a:gd name="connsiteY7" fmla="*/ 26956 h 400050"/>
                <a:gd name="connsiteX8" fmla="*/ 305181 w 323850"/>
                <a:gd name="connsiteY8" fmla="*/ 166021 h 400050"/>
                <a:gd name="connsiteX9" fmla="*/ 264414 w 323850"/>
                <a:gd name="connsiteY9" fmla="*/ 264319 h 400050"/>
                <a:gd name="connsiteX10" fmla="*/ 146971 w 323850"/>
                <a:gd name="connsiteY10" fmla="*/ 381762 h 400050"/>
                <a:gd name="connsiteX11" fmla="*/ 166116 w 323850"/>
                <a:gd name="connsiteY11" fmla="*/ 400907 h 400050"/>
                <a:gd name="connsiteX12" fmla="*/ 283655 w 323850"/>
                <a:gd name="connsiteY12" fmla="*/ 283369 h 400050"/>
                <a:gd name="connsiteX13" fmla="*/ 332232 w 323850"/>
                <a:gd name="connsiteY13" fmla="*/ 166021 h 400050"/>
                <a:gd name="connsiteX14" fmla="*/ 166021 w 323850"/>
                <a:gd name="connsiteY14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>
                  <a:moveTo>
                    <a:pt x="166021" y="0"/>
                  </a:moveTo>
                  <a:cubicBezTo>
                    <a:pt x="74295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7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7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042" y="74390"/>
                    <a:pt x="257746" y="0"/>
                    <a:pt x="16602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Полилиния: фигура 151">
              <a:extLst>
                <a:ext uri="{FF2B5EF4-FFF2-40B4-BE49-F238E27FC236}">
                  <a16:creationId xmlns:a16="http://schemas.microsoft.com/office/drawing/2014/main" id="{8031971F-0BAB-4769-8EED-A5F931280927}"/>
                </a:ext>
              </a:extLst>
            </p:cNvPr>
            <p:cNvSpPr/>
            <p:nvPr/>
          </p:nvSpPr>
          <p:spPr>
            <a:xfrm>
              <a:off x="10590949" y="1506470"/>
              <a:ext cx="47625" cy="38100"/>
            </a:xfrm>
            <a:custGeom>
              <a:avLst/>
              <a:gdLst>
                <a:gd name="connsiteX0" fmla="*/ 32385 w 47625"/>
                <a:gd name="connsiteY0" fmla="*/ 38862 h 38100"/>
                <a:gd name="connsiteX1" fmla="*/ 40576 w 47625"/>
                <a:gd name="connsiteY1" fmla="*/ 36004 h 38100"/>
                <a:gd name="connsiteX2" fmla="*/ 46196 w 47625"/>
                <a:gd name="connsiteY2" fmla="*/ 30004 h 38100"/>
                <a:gd name="connsiteX3" fmla="*/ 48292 w 47625"/>
                <a:gd name="connsiteY3" fmla="*/ 19812 h 38100"/>
                <a:gd name="connsiteX4" fmla="*/ 46196 w 47625"/>
                <a:gd name="connsiteY4" fmla="*/ 9620 h 38100"/>
                <a:gd name="connsiteX5" fmla="*/ 40576 w 47625"/>
                <a:gd name="connsiteY5" fmla="*/ 3619 h 38100"/>
                <a:gd name="connsiteX6" fmla="*/ 32385 w 47625"/>
                <a:gd name="connsiteY6" fmla="*/ 762 h 38100"/>
                <a:gd name="connsiteX7" fmla="*/ 22670 w 47625"/>
                <a:gd name="connsiteY7" fmla="*/ 0 h 38100"/>
                <a:gd name="connsiteX8" fmla="*/ 0 w 47625"/>
                <a:gd name="connsiteY8" fmla="*/ 0 h 38100"/>
                <a:gd name="connsiteX9" fmla="*/ 0 w 47625"/>
                <a:gd name="connsiteY9" fmla="*/ 39719 h 38100"/>
                <a:gd name="connsiteX10" fmla="*/ 22670 w 47625"/>
                <a:gd name="connsiteY10" fmla="*/ 39719 h 38100"/>
                <a:gd name="connsiteX11" fmla="*/ 32385 w 47625"/>
                <a:gd name="connsiteY11" fmla="*/ 3886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625" h="38100">
                  <a:moveTo>
                    <a:pt x="32385" y="38862"/>
                  </a:moveTo>
                  <a:cubicBezTo>
                    <a:pt x="35433" y="38386"/>
                    <a:pt x="38195" y="37433"/>
                    <a:pt x="40576" y="36004"/>
                  </a:cubicBezTo>
                  <a:cubicBezTo>
                    <a:pt x="42958" y="34576"/>
                    <a:pt x="44863" y="32576"/>
                    <a:pt x="46196" y="30004"/>
                  </a:cubicBezTo>
                  <a:cubicBezTo>
                    <a:pt x="47625" y="27432"/>
                    <a:pt x="48292" y="24003"/>
                    <a:pt x="48292" y="19812"/>
                  </a:cubicBezTo>
                  <a:cubicBezTo>
                    <a:pt x="48292" y="15621"/>
                    <a:pt x="47625" y="12192"/>
                    <a:pt x="46196" y="9620"/>
                  </a:cubicBezTo>
                  <a:cubicBezTo>
                    <a:pt x="44767" y="7048"/>
                    <a:pt x="42863" y="5048"/>
                    <a:pt x="40576" y="3619"/>
                  </a:cubicBezTo>
                  <a:cubicBezTo>
                    <a:pt x="38195" y="2191"/>
                    <a:pt x="35528" y="1238"/>
                    <a:pt x="32385" y="762"/>
                  </a:cubicBezTo>
                  <a:cubicBezTo>
                    <a:pt x="29242" y="286"/>
                    <a:pt x="26099" y="0"/>
                    <a:pt x="22670" y="0"/>
                  </a:cubicBezTo>
                  <a:lnTo>
                    <a:pt x="0" y="0"/>
                  </a:lnTo>
                  <a:lnTo>
                    <a:pt x="0" y="39719"/>
                  </a:lnTo>
                  <a:lnTo>
                    <a:pt x="22670" y="39719"/>
                  </a:lnTo>
                  <a:cubicBezTo>
                    <a:pt x="26003" y="39529"/>
                    <a:pt x="29242" y="39338"/>
                    <a:pt x="32385" y="388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Полилиния: фигура 152">
              <a:extLst>
                <a:ext uri="{FF2B5EF4-FFF2-40B4-BE49-F238E27FC236}">
                  <a16:creationId xmlns:a16="http://schemas.microsoft.com/office/drawing/2014/main" id="{7BA5E6DB-BD97-46B1-9989-D2223C1B1DB6}"/>
                </a:ext>
              </a:extLst>
            </p:cNvPr>
            <p:cNvSpPr/>
            <p:nvPr/>
          </p:nvSpPr>
          <p:spPr>
            <a:xfrm>
              <a:off x="10496556" y="1441796"/>
              <a:ext cx="209550" cy="209550"/>
            </a:xfrm>
            <a:custGeom>
              <a:avLst/>
              <a:gdLst>
                <a:gd name="connsiteX0" fmla="*/ 108204 w 209550"/>
                <a:gd name="connsiteY0" fmla="*/ 216408 h 209550"/>
                <a:gd name="connsiteX1" fmla="*/ 216408 w 209550"/>
                <a:gd name="connsiteY1" fmla="*/ 108204 h 209550"/>
                <a:gd name="connsiteX2" fmla="*/ 108204 w 209550"/>
                <a:gd name="connsiteY2" fmla="*/ 0 h 209550"/>
                <a:gd name="connsiteX3" fmla="*/ 0 w 209550"/>
                <a:gd name="connsiteY3" fmla="*/ 108204 h 209550"/>
                <a:gd name="connsiteX4" fmla="*/ 108204 w 209550"/>
                <a:gd name="connsiteY4" fmla="*/ 216408 h 209550"/>
                <a:gd name="connsiteX5" fmla="*/ 65246 w 209550"/>
                <a:gd name="connsiteY5" fmla="*/ 41815 h 209550"/>
                <a:gd name="connsiteX6" fmla="*/ 125063 w 209550"/>
                <a:gd name="connsiteY6" fmla="*/ 41815 h 209550"/>
                <a:gd name="connsiteX7" fmla="*/ 146209 w 209550"/>
                <a:gd name="connsiteY7" fmla="*/ 45434 h 209550"/>
                <a:gd name="connsiteX8" fmla="*/ 160401 w 209550"/>
                <a:gd name="connsiteY8" fmla="*/ 55055 h 209550"/>
                <a:gd name="connsiteX9" fmla="*/ 168402 w 209550"/>
                <a:gd name="connsiteY9" fmla="*/ 68580 h 209550"/>
                <a:gd name="connsiteX10" fmla="*/ 170879 w 209550"/>
                <a:gd name="connsiteY10" fmla="*/ 84392 h 209550"/>
                <a:gd name="connsiteX11" fmla="*/ 168402 w 209550"/>
                <a:gd name="connsiteY11" fmla="*/ 100108 h 209550"/>
                <a:gd name="connsiteX12" fmla="*/ 160401 w 209550"/>
                <a:gd name="connsiteY12" fmla="*/ 113729 h 209550"/>
                <a:gd name="connsiteX13" fmla="*/ 146209 w 209550"/>
                <a:gd name="connsiteY13" fmla="*/ 123254 h 209550"/>
                <a:gd name="connsiteX14" fmla="*/ 125063 w 209550"/>
                <a:gd name="connsiteY14" fmla="*/ 126873 h 209550"/>
                <a:gd name="connsiteX15" fmla="*/ 94393 w 209550"/>
                <a:gd name="connsiteY15" fmla="*/ 126873 h 209550"/>
                <a:gd name="connsiteX16" fmla="*/ 94393 w 209550"/>
                <a:gd name="connsiteY16" fmla="*/ 174403 h 209550"/>
                <a:gd name="connsiteX17" fmla="*/ 65246 w 209550"/>
                <a:gd name="connsiteY17" fmla="*/ 174403 h 209550"/>
                <a:gd name="connsiteX18" fmla="*/ 65246 w 209550"/>
                <a:gd name="connsiteY18" fmla="*/ 41815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9550" h="209550">
                  <a:moveTo>
                    <a:pt x="108204" y="216408"/>
                  </a:moveTo>
                  <a:cubicBezTo>
                    <a:pt x="168021" y="216408"/>
                    <a:pt x="216408" y="167926"/>
                    <a:pt x="216408" y="108204"/>
                  </a:cubicBezTo>
                  <a:cubicBezTo>
                    <a:pt x="216408" y="48387"/>
                    <a:pt x="167926" y="0"/>
                    <a:pt x="108204" y="0"/>
                  </a:cubicBezTo>
                  <a:cubicBezTo>
                    <a:pt x="48387" y="0"/>
                    <a:pt x="0" y="48482"/>
                    <a:pt x="0" y="108204"/>
                  </a:cubicBezTo>
                  <a:cubicBezTo>
                    <a:pt x="0" y="167926"/>
                    <a:pt x="48387" y="216408"/>
                    <a:pt x="108204" y="216408"/>
                  </a:cubicBezTo>
                  <a:close/>
                  <a:moveTo>
                    <a:pt x="65246" y="41815"/>
                  </a:moveTo>
                  <a:lnTo>
                    <a:pt x="125063" y="41815"/>
                  </a:lnTo>
                  <a:cubicBezTo>
                    <a:pt x="133350" y="41815"/>
                    <a:pt x="140399" y="43053"/>
                    <a:pt x="146209" y="45434"/>
                  </a:cubicBezTo>
                  <a:cubicBezTo>
                    <a:pt x="152019" y="47816"/>
                    <a:pt x="156782" y="51054"/>
                    <a:pt x="160401" y="55055"/>
                  </a:cubicBezTo>
                  <a:cubicBezTo>
                    <a:pt x="164021" y="59055"/>
                    <a:pt x="166688" y="63532"/>
                    <a:pt x="168402" y="68580"/>
                  </a:cubicBezTo>
                  <a:cubicBezTo>
                    <a:pt x="170117" y="73628"/>
                    <a:pt x="170879" y="78962"/>
                    <a:pt x="170879" y="84392"/>
                  </a:cubicBezTo>
                  <a:cubicBezTo>
                    <a:pt x="170879" y="89726"/>
                    <a:pt x="170021" y="94964"/>
                    <a:pt x="168402" y="100108"/>
                  </a:cubicBezTo>
                  <a:cubicBezTo>
                    <a:pt x="166783" y="105251"/>
                    <a:pt x="164021" y="109823"/>
                    <a:pt x="160401" y="113729"/>
                  </a:cubicBezTo>
                  <a:cubicBezTo>
                    <a:pt x="156782" y="117729"/>
                    <a:pt x="152019" y="120872"/>
                    <a:pt x="146209" y="123254"/>
                  </a:cubicBezTo>
                  <a:cubicBezTo>
                    <a:pt x="140399" y="125635"/>
                    <a:pt x="133350" y="126873"/>
                    <a:pt x="125063" y="126873"/>
                  </a:cubicBezTo>
                  <a:lnTo>
                    <a:pt x="94393" y="126873"/>
                  </a:lnTo>
                  <a:lnTo>
                    <a:pt x="94393" y="174403"/>
                  </a:lnTo>
                  <a:lnTo>
                    <a:pt x="65246" y="174403"/>
                  </a:lnTo>
                  <a:lnTo>
                    <a:pt x="65246" y="418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59" name="Такси" hidden="1">
            <a:extLst>
              <a:ext uri="{FF2B5EF4-FFF2-40B4-BE49-F238E27FC236}">
                <a16:creationId xmlns:a16="http://schemas.microsoft.com/office/drawing/2014/main" id="{312C5B48-D660-452C-A6A9-7833034E412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8794"/>
            <a:ext cx="559622" cy="319479"/>
            <a:chOff x="4975650" y="3912409"/>
            <a:chExt cx="700755" cy="400050"/>
          </a:xfrm>
          <a:solidFill>
            <a:srgbClr val="FFB301"/>
          </a:solidFill>
        </p:grpSpPr>
        <p:sp>
          <p:nvSpPr>
            <p:cNvPr id="260" name="Полилиния: фигура 259">
              <a:extLst>
                <a:ext uri="{FF2B5EF4-FFF2-40B4-BE49-F238E27FC236}">
                  <a16:creationId xmlns:a16="http://schemas.microsoft.com/office/drawing/2014/main" id="{C46E7177-7E69-4D76-BB58-AF267CC52855}"/>
                </a:ext>
              </a:extLst>
            </p:cNvPr>
            <p:cNvSpPr/>
            <p:nvPr/>
          </p:nvSpPr>
          <p:spPr>
            <a:xfrm>
              <a:off x="5394941" y="4045950"/>
              <a:ext cx="57150" cy="66675"/>
            </a:xfrm>
            <a:custGeom>
              <a:avLst/>
              <a:gdLst>
                <a:gd name="connsiteX0" fmla="*/ 23146 w 57150"/>
                <a:gd name="connsiteY0" fmla="*/ 14288 h 66675"/>
                <a:gd name="connsiteX1" fmla="*/ 0 w 57150"/>
                <a:gd name="connsiteY1" fmla="*/ 14288 h 66675"/>
                <a:gd name="connsiteX2" fmla="*/ 0 w 57150"/>
                <a:gd name="connsiteY2" fmla="*/ 0 h 66675"/>
                <a:gd name="connsiteX3" fmla="*/ 66294 w 57150"/>
                <a:gd name="connsiteY3" fmla="*/ 0 h 66675"/>
                <a:gd name="connsiteX4" fmla="*/ 61150 w 57150"/>
                <a:gd name="connsiteY4" fmla="*/ 14288 h 66675"/>
                <a:gd name="connsiteX5" fmla="*/ 39719 w 57150"/>
                <a:gd name="connsiteY5" fmla="*/ 14288 h 66675"/>
                <a:gd name="connsiteX6" fmla="*/ 39719 w 57150"/>
                <a:gd name="connsiteY6" fmla="*/ 74771 h 66675"/>
                <a:gd name="connsiteX7" fmla="*/ 23146 w 57150"/>
                <a:gd name="connsiteY7" fmla="*/ 74771 h 66675"/>
                <a:gd name="connsiteX8" fmla="*/ 23146 w 57150"/>
                <a:gd name="connsiteY8" fmla="*/ 1428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>
                  <a:moveTo>
                    <a:pt x="23146" y="14288"/>
                  </a:moveTo>
                  <a:lnTo>
                    <a:pt x="0" y="14288"/>
                  </a:lnTo>
                  <a:lnTo>
                    <a:pt x="0" y="0"/>
                  </a:lnTo>
                  <a:lnTo>
                    <a:pt x="66294" y="0"/>
                  </a:lnTo>
                  <a:lnTo>
                    <a:pt x="61150" y="14288"/>
                  </a:lnTo>
                  <a:lnTo>
                    <a:pt x="39719" y="14288"/>
                  </a:lnTo>
                  <a:lnTo>
                    <a:pt x="39719" y="74771"/>
                  </a:lnTo>
                  <a:lnTo>
                    <a:pt x="23146" y="74771"/>
                  </a:lnTo>
                  <a:lnTo>
                    <a:pt x="23146" y="142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Полилиния: фигура 260">
              <a:extLst>
                <a:ext uri="{FF2B5EF4-FFF2-40B4-BE49-F238E27FC236}">
                  <a16:creationId xmlns:a16="http://schemas.microsoft.com/office/drawing/2014/main" id="{C381767A-8FCC-47CB-AFAA-36F0E3086872}"/>
                </a:ext>
              </a:extLst>
            </p:cNvPr>
            <p:cNvSpPr/>
            <p:nvPr/>
          </p:nvSpPr>
          <p:spPr>
            <a:xfrm>
              <a:off x="5454853" y="4065380"/>
              <a:ext cx="47625" cy="47625"/>
            </a:xfrm>
            <a:custGeom>
              <a:avLst/>
              <a:gdLst>
                <a:gd name="connsiteX0" fmla="*/ 0 w 47625"/>
                <a:gd name="connsiteY0" fmla="*/ 38386 h 47625"/>
                <a:gd name="connsiteX1" fmla="*/ 23813 w 47625"/>
                <a:gd name="connsiteY1" fmla="*/ 20765 h 47625"/>
                <a:gd name="connsiteX2" fmla="*/ 32861 w 47625"/>
                <a:gd name="connsiteY2" fmla="*/ 21336 h 47625"/>
                <a:gd name="connsiteX3" fmla="*/ 32861 w 47625"/>
                <a:gd name="connsiteY3" fmla="*/ 20574 h 47625"/>
                <a:gd name="connsiteX4" fmla="*/ 24194 w 47625"/>
                <a:gd name="connsiteY4" fmla="*/ 13716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386 h 47625"/>
                <a:gd name="connsiteX15" fmla="*/ 32957 w 47625"/>
                <a:gd name="connsiteY15" fmla="*/ 34671 h 47625"/>
                <a:gd name="connsiteX16" fmla="*/ 32957 w 47625"/>
                <a:gd name="connsiteY16" fmla="*/ 32861 h 47625"/>
                <a:gd name="connsiteX17" fmla="*/ 26099 w 47625"/>
                <a:gd name="connsiteY17" fmla="*/ 32099 h 47625"/>
                <a:gd name="connsiteX18" fmla="*/ 15812 w 47625"/>
                <a:gd name="connsiteY18" fmla="*/ 38291 h 47625"/>
                <a:gd name="connsiteX19" fmla="*/ 23241 w 47625"/>
                <a:gd name="connsiteY19" fmla="*/ 44387 h 47625"/>
                <a:gd name="connsiteX20" fmla="*/ 32957 w 47625"/>
                <a:gd name="connsiteY20" fmla="*/ 3467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386"/>
                  </a:moveTo>
                  <a:cubicBezTo>
                    <a:pt x="0" y="29813"/>
                    <a:pt x="7144" y="20765"/>
                    <a:pt x="23813" y="20765"/>
                  </a:cubicBezTo>
                  <a:cubicBezTo>
                    <a:pt x="26194" y="20765"/>
                    <a:pt x="30004" y="20860"/>
                    <a:pt x="32861" y="21336"/>
                  </a:cubicBezTo>
                  <a:lnTo>
                    <a:pt x="32861" y="20574"/>
                  </a:lnTo>
                  <a:cubicBezTo>
                    <a:pt x="32861" y="15526"/>
                    <a:pt x="28766" y="13716"/>
                    <a:pt x="24194" y="13716"/>
                  </a:cubicBezTo>
                  <a:cubicBezTo>
                    <a:pt x="20098" y="13716"/>
                    <a:pt x="15621" y="14954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1" y="56579"/>
                    <a:pt x="0" y="48768"/>
                    <a:pt x="0" y="38386"/>
                  </a:cubicBezTo>
                  <a:close/>
                  <a:moveTo>
                    <a:pt x="32957" y="34671"/>
                  </a:moveTo>
                  <a:lnTo>
                    <a:pt x="32957" y="32861"/>
                  </a:lnTo>
                  <a:cubicBezTo>
                    <a:pt x="30861" y="32480"/>
                    <a:pt x="28289" y="32099"/>
                    <a:pt x="26099" y="32099"/>
                  </a:cubicBezTo>
                  <a:cubicBezTo>
                    <a:pt x="18955" y="32099"/>
                    <a:pt x="15907" y="34671"/>
                    <a:pt x="15812" y="38291"/>
                  </a:cubicBezTo>
                  <a:cubicBezTo>
                    <a:pt x="15716" y="41910"/>
                    <a:pt x="18479" y="44482"/>
                    <a:pt x="23241" y="44387"/>
                  </a:cubicBezTo>
                  <a:cubicBezTo>
                    <a:pt x="27813" y="44291"/>
                    <a:pt x="32957" y="41529"/>
                    <a:pt x="32957" y="34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Полилиния: фигура 261">
              <a:extLst>
                <a:ext uri="{FF2B5EF4-FFF2-40B4-BE49-F238E27FC236}">
                  <a16:creationId xmlns:a16="http://schemas.microsoft.com/office/drawing/2014/main" id="{C4A8F098-E6FF-45E0-A0B3-E4F3CC32E6D5}"/>
                </a:ext>
              </a:extLst>
            </p:cNvPr>
            <p:cNvSpPr/>
            <p:nvPr/>
          </p:nvSpPr>
          <p:spPr>
            <a:xfrm>
              <a:off x="5517527" y="406671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8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8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Полилиния: фигура 262">
              <a:extLst>
                <a:ext uri="{FF2B5EF4-FFF2-40B4-BE49-F238E27FC236}">
                  <a16:creationId xmlns:a16="http://schemas.microsoft.com/office/drawing/2014/main" id="{929AD959-62C6-49E2-9C36-035DB1F14320}"/>
                </a:ext>
              </a:extLst>
            </p:cNvPr>
            <p:cNvSpPr/>
            <p:nvPr/>
          </p:nvSpPr>
          <p:spPr>
            <a:xfrm>
              <a:off x="5572106" y="406547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7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7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Полилиния: фигура 263">
              <a:extLst>
                <a:ext uri="{FF2B5EF4-FFF2-40B4-BE49-F238E27FC236}">
                  <a16:creationId xmlns:a16="http://schemas.microsoft.com/office/drawing/2014/main" id="{F7177057-24D3-4EAD-8674-E7B7E121DAF6}"/>
                </a:ext>
              </a:extLst>
            </p:cNvPr>
            <p:cNvSpPr/>
            <p:nvPr/>
          </p:nvSpPr>
          <p:spPr>
            <a:xfrm>
              <a:off x="5628780" y="406671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481 w 47625"/>
                <a:gd name="connsiteY4" fmla="*/ 0 h 47625"/>
                <a:gd name="connsiteX5" fmla="*/ 49911 w 47625"/>
                <a:gd name="connsiteY5" fmla="*/ 0 h 47625"/>
                <a:gd name="connsiteX6" fmla="*/ 49911 w 47625"/>
                <a:gd name="connsiteY6" fmla="*/ 53912 h 47625"/>
                <a:gd name="connsiteX7" fmla="*/ 34290 w 47625"/>
                <a:gd name="connsiteY7" fmla="*/ 53912 h 47625"/>
                <a:gd name="connsiteX8" fmla="*/ 34290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481" y="0"/>
                  </a:lnTo>
                  <a:lnTo>
                    <a:pt x="49911" y="0"/>
                  </a:lnTo>
                  <a:lnTo>
                    <a:pt x="49911" y="53912"/>
                  </a:lnTo>
                  <a:lnTo>
                    <a:pt x="34290" y="53912"/>
                  </a:lnTo>
                  <a:lnTo>
                    <a:pt x="34290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Полилиния: фигура 264">
              <a:extLst>
                <a:ext uri="{FF2B5EF4-FFF2-40B4-BE49-F238E27FC236}">
                  <a16:creationId xmlns:a16="http://schemas.microsoft.com/office/drawing/2014/main" id="{43B7C64C-86D5-451C-AE64-454ABE30710B}"/>
                </a:ext>
              </a:extLst>
            </p:cNvPr>
            <p:cNvSpPr/>
            <p:nvPr/>
          </p:nvSpPr>
          <p:spPr>
            <a:xfrm>
              <a:off x="4975650" y="3912409"/>
              <a:ext cx="323850" cy="400050"/>
            </a:xfrm>
            <a:custGeom>
              <a:avLst/>
              <a:gdLst>
                <a:gd name="connsiteX0" fmla="*/ 0 w 323850"/>
                <a:gd name="connsiteY0" fmla="*/ 166116 h 400050"/>
                <a:gd name="connsiteX1" fmla="*/ 48482 w 323850"/>
                <a:gd name="connsiteY1" fmla="*/ 283369 h 400050"/>
                <a:gd name="connsiteX2" fmla="*/ 58198 w 323850"/>
                <a:gd name="connsiteY2" fmla="*/ 287369 h 400050"/>
                <a:gd name="connsiteX3" fmla="*/ 71723 w 323850"/>
                <a:gd name="connsiteY3" fmla="*/ 273844 h 400050"/>
                <a:gd name="connsiteX4" fmla="*/ 67628 w 323850"/>
                <a:gd name="connsiteY4" fmla="*/ 264033 h 400050"/>
                <a:gd name="connsiteX5" fmla="*/ 27051 w 323850"/>
                <a:gd name="connsiteY5" fmla="*/ 166021 h 400050"/>
                <a:gd name="connsiteX6" fmla="*/ 166116 w 323850"/>
                <a:gd name="connsiteY6" fmla="*/ 26956 h 400050"/>
                <a:gd name="connsiteX7" fmla="*/ 305181 w 323850"/>
                <a:gd name="connsiteY7" fmla="*/ 166021 h 400050"/>
                <a:gd name="connsiteX8" fmla="*/ 264414 w 323850"/>
                <a:gd name="connsiteY8" fmla="*/ 264319 h 400050"/>
                <a:gd name="connsiteX9" fmla="*/ 146971 w 323850"/>
                <a:gd name="connsiteY9" fmla="*/ 381762 h 400050"/>
                <a:gd name="connsiteX10" fmla="*/ 166116 w 323850"/>
                <a:gd name="connsiteY10" fmla="*/ 400907 h 400050"/>
                <a:gd name="connsiteX11" fmla="*/ 283655 w 323850"/>
                <a:gd name="connsiteY11" fmla="*/ 283369 h 400050"/>
                <a:gd name="connsiteX12" fmla="*/ 332232 w 323850"/>
                <a:gd name="connsiteY12" fmla="*/ 166021 h 400050"/>
                <a:gd name="connsiteX13" fmla="*/ 166116 w 323850"/>
                <a:gd name="connsiteY13" fmla="*/ 0 h 400050"/>
                <a:gd name="connsiteX14" fmla="*/ 0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>
                  <a:moveTo>
                    <a:pt x="0" y="166116"/>
                  </a:move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Полилиния: фигура 265">
              <a:extLst>
                <a:ext uri="{FF2B5EF4-FFF2-40B4-BE49-F238E27FC236}">
                  <a16:creationId xmlns:a16="http://schemas.microsoft.com/office/drawing/2014/main" id="{28955324-00CD-4A00-B179-BFDE75C578E1}"/>
                </a:ext>
              </a:extLst>
            </p:cNvPr>
            <p:cNvSpPr/>
            <p:nvPr/>
          </p:nvSpPr>
          <p:spPr>
            <a:xfrm>
              <a:off x="5088712" y="3993372"/>
              <a:ext cx="104775" cy="104775"/>
            </a:xfrm>
            <a:custGeom>
              <a:avLst/>
              <a:gdLst>
                <a:gd name="connsiteX0" fmla="*/ 73152 w 104775"/>
                <a:gd name="connsiteY0" fmla="*/ 8477 h 104775"/>
                <a:gd name="connsiteX1" fmla="*/ 98393 w 104775"/>
                <a:gd name="connsiteY1" fmla="*/ 41624 h 104775"/>
                <a:gd name="connsiteX2" fmla="*/ 105727 w 104775"/>
                <a:gd name="connsiteY2" fmla="*/ 41529 h 104775"/>
                <a:gd name="connsiteX3" fmla="*/ 103060 w 104775"/>
                <a:gd name="connsiteY3" fmla="*/ 0 h 104775"/>
                <a:gd name="connsiteX4" fmla="*/ 52864 w 104775"/>
                <a:gd name="connsiteY4" fmla="*/ 0 h 104775"/>
                <a:gd name="connsiteX5" fmla="*/ 2667 w 104775"/>
                <a:gd name="connsiteY5" fmla="*/ 0 h 104775"/>
                <a:gd name="connsiteX6" fmla="*/ 0 w 104775"/>
                <a:gd name="connsiteY6" fmla="*/ 41529 h 104775"/>
                <a:gd name="connsiteX7" fmla="*/ 7334 w 104775"/>
                <a:gd name="connsiteY7" fmla="*/ 41624 h 104775"/>
                <a:gd name="connsiteX8" fmla="*/ 32575 w 104775"/>
                <a:gd name="connsiteY8" fmla="*/ 8477 h 104775"/>
                <a:gd name="connsiteX9" fmla="*/ 38576 w 104775"/>
                <a:gd name="connsiteY9" fmla="*/ 12668 h 104775"/>
                <a:gd name="connsiteX10" fmla="*/ 38576 w 104775"/>
                <a:gd name="connsiteY10" fmla="*/ 96679 h 104775"/>
                <a:gd name="connsiteX11" fmla="*/ 34480 w 104775"/>
                <a:gd name="connsiteY11" fmla="*/ 103442 h 104775"/>
                <a:gd name="connsiteX12" fmla="*/ 22288 w 104775"/>
                <a:gd name="connsiteY12" fmla="*/ 103442 h 104775"/>
                <a:gd name="connsiteX13" fmla="*/ 22288 w 104775"/>
                <a:gd name="connsiteY13" fmla="*/ 112967 h 104775"/>
                <a:gd name="connsiteX14" fmla="*/ 52959 w 104775"/>
                <a:gd name="connsiteY14" fmla="*/ 112967 h 104775"/>
                <a:gd name="connsiteX15" fmla="*/ 83629 w 104775"/>
                <a:gd name="connsiteY15" fmla="*/ 112967 h 104775"/>
                <a:gd name="connsiteX16" fmla="*/ 83629 w 104775"/>
                <a:gd name="connsiteY16" fmla="*/ 103442 h 104775"/>
                <a:gd name="connsiteX17" fmla="*/ 71438 w 104775"/>
                <a:gd name="connsiteY17" fmla="*/ 103442 h 104775"/>
                <a:gd name="connsiteX18" fmla="*/ 67342 w 104775"/>
                <a:gd name="connsiteY18" fmla="*/ 96679 h 104775"/>
                <a:gd name="connsiteX19" fmla="*/ 67342 w 104775"/>
                <a:gd name="connsiteY19" fmla="*/ 12668 h 104775"/>
                <a:gd name="connsiteX20" fmla="*/ 73152 w 104775"/>
                <a:gd name="connsiteY20" fmla="*/ 8477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4775" h="104775">
                  <a:moveTo>
                    <a:pt x="73152" y="8477"/>
                  </a:moveTo>
                  <a:cubicBezTo>
                    <a:pt x="78581" y="8477"/>
                    <a:pt x="98393" y="17240"/>
                    <a:pt x="98393" y="41624"/>
                  </a:cubicBezTo>
                  <a:lnTo>
                    <a:pt x="105727" y="41529"/>
                  </a:lnTo>
                  <a:lnTo>
                    <a:pt x="103060" y="0"/>
                  </a:lnTo>
                  <a:lnTo>
                    <a:pt x="52864" y="0"/>
                  </a:lnTo>
                  <a:lnTo>
                    <a:pt x="2667" y="0"/>
                  </a:lnTo>
                  <a:lnTo>
                    <a:pt x="0" y="41529"/>
                  </a:lnTo>
                  <a:lnTo>
                    <a:pt x="7334" y="41624"/>
                  </a:lnTo>
                  <a:cubicBezTo>
                    <a:pt x="7334" y="17240"/>
                    <a:pt x="27146" y="8477"/>
                    <a:pt x="32575" y="8477"/>
                  </a:cubicBezTo>
                  <a:cubicBezTo>
                    <a:pt x="38005" y="8477"/>
                    <a:pt x="38576" y="12668"/>
                    <a:pt x="38576" y="12668"/>
                  </a:cubicBezTo>
                  <a:lnTo>
                    <a:pt x="38576" y="96679"/>
                  </a:lnTo>
                  <a:cubicBezTo>
                    <a:pt x="38576" y="103823"/>
                    <a:pt x="34480" y="103442"/>
                    <a:pt x="34480" y="103442"/>
                  </a:cubicBezTo>
                  <a:lnTo>
                    <a:pt x="22288" y="103442"/>
                  </a:lnTo>
                  <a:lnTo>
                    <a:pt x="22288" y="112967"/>
                  </a:lnTo>
                  <a:lnTo>
                    <a:pt x="52959" y="112967"/>
                  </a:lnTo>
                  <a:lnTo>
                    <a:pt x="83629" y="112967"/>
                  </a:lnTo>
                  <a:lnTo>
                    <a:pt x="83629" y="103442"/>
                  </a:lnTo>
                  <a:lnTo>
                    <a:pt x="71438" y="103442"/>
                  </a:lnTo>
                  <a:cubicBezTo>
                    <a:pt x="71438" y="103442"/>
                    <a:pt x="67342" y="103823"/>
                    <a:pt x="67342" y="96679"/>
                  </a:cubicBezTo>
                  <a:lnTo>
                    <a:pt x="67342" y="12668"/>
                  </a:lnTo>
                  <a:cubicBezTo>
                    <a:pt x="67151" y="12668"/>
                    <a:pt x="67723" y="8477"/>
                    <a:pt x="73152" y="84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Полилиния: фигура 266">
              <a:extLst>
                <a:ext uri="{FF2B5EF4-FFF2-40B4-BE49-F238E27FC236}">
                  <a16:creationId xmlns:a16="http://schemas.microsoft.com/office/drawing/2014/main" id="{A0BCC790-53A5-4B59-B47F-E88D030656D6}"/>
                </a:ext>
              </a:extLst>
            </p:cNvPr>
            <p:cNvSpPr/>
            <p:nvPr/>
          </p:nvSpPr>
          <p:spPr>
            <a:xfrm>
              <a:off x="5085759" y="4125198"/>
              <a:ext cx="104775" cy="38100"/>
            </a:xfrm>
            <a:custGeom>
              <a:avLst/>
              <a:gdLst>
                <a:gd name="connsiteX0" fmla="*/ 44577 w 104775"/>
                <a:gd name="connsiteY0" fmla="*/ 44577 h 38100"/>
                <a:gd name="connsiteX1" fmla="*/ 66866 w 104775"/>
                <a:gd name="connsiteY1" fmla="*/ 44577 h 38100"/>
                <a:gd name="connsiteX2" fmla="*/ 66866 w 104775"/>
                <a:gd name="connsiteY2" fmla="*/ 22289 h 38100"/>
                <a:gd name="connsiteX3" fmla="*/ 89059 w 104775"/>
                <a:gd name="connsiteY3" fmla="*/ 22289 h 38100"/>
                <a:gd name="connsiteX4" fmla="*/ 89059 w 104775"/>
                <a:gd name="connsiteY4" fmla="*/ 44577 h 38100"/>
                <a:gd name="connsiteX5" fmla="*/ 111347 w 104775"/>
                <a:gd name="connsiteY5" fmla="*/ 44577 h 38100"/>
                <a:gd name="connsiteX6" fmla="*/ 111347 w 104775"/>
                <a:gd name="connsiteY6" fmla="*/ 22289 h 38100"/>
                <a:gd name="connsiteX7" fmla="*/ 89059 w 104775"/>
                <a:gd name="connsiteY7" fmla="*/ 22289 h 38100"/>
                <a:gd name="connsiteX8" fmla="*/ 89059 w 104775"/>
                <a:gd name="connsiteY8" fmla="*/ 0 h 38100"/>
                <a:gd name="connsiteX9" fmla="*/ 66866 w 104775"/>
                <a:gd name="connsiteY9" fmla="*/ 0 h 38100"/>
                <a:gd name="connsiteX10" fmla="*/ 66866 w 104775"/>
                <a:gd name="connsiteY10" fmla="*/ 22289 h 38100"/>
                <a:gd name="connsiteX11" fmla="*/ 44577 w 104775"/>
                <a:gd name="connsiteY11" fmla="*/ 22289 h 38100"/>
                <a:gd name="connsiteX12" fmla="*/ 44577 w 104775"/>
                <a:gd name="connsiteY12" fmla="*/ 0 h 38100"/>
                <a:gd name="connsiteX13" fmla="*/ 22289 w 104775"/>
                <a:gd name="connsiteY13" fmla="*/ 0 h 38100"/>
                <a:gd name="connsiteX14" fmla="*/ 22289 w 104775"/>
                <a:gd name="connsiteY14" fmla="*/ 22289 h 38100"/>
                <a:gd name="connsiteX15" fmla="*/ 0 w 104775"/>
                <a:gd name="connsiteY15" fmla="*/ 22289 h 38100"/>
                <a:gd name="connsiteX16" fmla="*/ 0 w 104775"/>
                <a:gd name="connsiteY16" fmla="*/ 44577 h 38100"/>
                <a:gd name="connsiteX17" fmla="*/ 22289 w 104775"/>
                <a:gd name="connsiteY17" fmla="*/ 44577 h 38100"/>
                <a:gd name="connsiteX18" fmla="*/ 22289 w 104775"/>
                <a:gd name="connsiteY18" fmla="*/ 22289 h 38100"/>
                <a:gd name="connsiteX19" fmla="*/ 44577 w 104775"/>
                <a:gd name="connsiteY19" fmla="*/ 2228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4775" h="38100">
                  <a:moveTo>
                    <a:pt x="44577" y="44577"/>
                  </a:moveTo>
                  <a:lnTo>
                    <a:pt x="66866" y="44577"/>
                  </a:lnTo>
                  <a:lnTo>
                    <a:pt x="66866" y="22289"/>
                  </a:lnTo>
                  <a:lnTo>
                    <a:pt x="89059" y="22289"/>
                  </a:lnTo>
                  <a:lnTo>
                    <a:pt x="89059" y="44577"/>
                  </a:lnTo>
                  <a:lnTo>
                    <a:pt x="111347" y="44577"/>
                  </a:lnTo>
                  <a:lnTo>
                    <a:pt x="111347" y="22289"/>
                  </a:lnTo>
                  <a:lnTo>
                    <a:pt x="89059" y="22289"/>
                  </a:lnTo>
                  <a:lnTo>
                    <a:pt x="89059" y="0"/>
                  </a:lnTo>
                  <a:lnTo>
                    <a:pt x="66866" y="0"/>
                  </a:lnTo>
                  <a:lnTo>
                    <a:pt x="66866" y="22289"/>
                  </a:lnTo>
                  <a:lnTo>
                    <a:pt x="44577" y="22289"/>
                  </a:lnTo>
                  <a:lnTo>
                    <a:pt x="44577" y="0"/>
                  </a:lnTo>
                  <a:lnTo>
                    <a:pt x="22289" y="0"/>
                  </a:lnTo>
                  <a:lnTo>
                    <a:pt x="22289" y="22289"/>
                  </a:lnTo>
                  <a:lnTo>
                    <a:pt x="0" y="22289"/>
                  </a:lnTo>
                  <a:lnTo>
                    <a:pt x="0" y="44577"/>
                  </a:lnTo>
                  <a:lnTo>
                    <a:pt x="22289" y="44577"/>
                  </a:lnTo>
                  <a:lnTo>
                    <a:pt x="22289" y="22289"/>
                  </a:lnTo>
                  <a:lnTo>
                    <a:pt x="44577" y="222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54" name="ОП" hidden="1">
            <a:extLst>
              <a:ext uri="{FF2B5EF4-FFF2-40B4-BE49-F238E27FC236}">
                <a16:creationId xmlns:a16="http://schemas.microsoft.com/office/drawing/2014/main" id="{7B482C07-3CDC-4940-91EC-70D90FB3639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7627"/>
            <a:ext cx="857365" cy="321812"/>
            <a:chOff x="4874482" y="4752702"/>
            <a:chExt cx="1091184" cy="409575"/>
          </a:xfrm>
          <a:solidFill>
            <a:srgbClr val="E4000D"/>
          </a:solidFill>
        </p:grpSpPr>
        <p:sp>
          <p:nvSpPr>
            <p:cNvPr id="155" name="Полилиния: фигура 154">
              <a:extLst>
                <a:ext uri="{FF2B5EF4-FFF2-40B4-BE49-F238E27FC236}">
                  <a16:creationId xmlns:a16="http://schemas.microsoft.com/office/drawing/2014/main" id="{BFB9E2ED-35AF-4459-BE6B-59BB17C9AB83}"/>
                </a:ext>
              </a:extLst>
            </p:cNvPr>
            <p:cNvSpPr/>
            <p:nvPr/>
          </p:nvSpPr>
          <p:spPr>
            <a:xfrm>
              <a:off x="5287772" y="4819472"/>
              <a:ext cx="85725" cy="85725"/>
            </a:xfrm>
            <a:custGeom>
              <a:avLst/>
              <a:gdLst>
                <a:gd name="connsiteX0" fmla="*/ 7144 w 85725"/>
                <a:gd name="connsiteY0" fmla="*/ 45815 h 85725"/>
                <a:gd name="connsiteX1" fmla="*/ 44196 w 85725"/>
                <a:gd name="connsiteY1" fmla="*/ 7144 h 85725"/>
                <a:gd name="connsiteX2" fmla="*/ 81344 w 85725"/>
                <a:gd name="connsiteY2" fmla="*/ 45815 h 85725"/>
                <a:gd name="connsiteX3" fmla="*/ 44196 w 85725"/>
                <a:gd name="connsiteY3" fmla="*/ 84487 h 85725"/>
                <a:gd name="connsiteX4" fmla="*/ 7144 w 85725"/>
                <a:gd name="connsiteY4" fmla="*/ 45815 h 85725"/>
                <a:gd name="connsiteX5" fmla="*/ 64199 w 85725"/>
                <a:gd name="connsiteY5" fmla="*/ 45815 h 85725"/>
                <a:gd name="connsiteX6" fmla="*/ 44196 w 85725"/>
                <a:gd name="connsiteY6" fmla="*/ 22289 h 85725"/>
                <a:gd name="connsiteX7" fmla="*/ 24384 w 85725"/>
                <a:gd name="connsiteY7" fmla="*/ 45815 h 85725"/>
                <a:gd name="connsiteX8" fmla="*/ 44196 w 85725"/>
                <a:gd name="connsiteY8" fmla="*/ 69342 h 85725"/>
                <a:gd name="connsiteX9" fmla="*/ 64199 w 85725"/>
                <a:gd name="connsiteY9" fmla="*/ 4581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>
                  <a:moveTo>
                    <a:pt x="7144" y="45815"/>
                  </a:moveTo>
                  <a:cubicBezTo>
                    <a:pt x="7144" y="23241"/>
                    <a:pt x="22955" y="7144"/>
                    <a:pt x="44196" y="7144"/>
                  </a:cubicBezTo>
                  <a:cubicBezTo>
                    <a:pt x="65627" y="7144"/>
                    <a:pt x="81344" y="23241"/>
                    <a:pt x="81344" y="45815"/>
                  </a:cubicBezTo>
                  <a:cubicBezTo>
                    <a:pt x="81344" y="68389"/>
                    <a:pt x="65627" y="84487"/>
                    <a:pt x="44196" y="84487"/>
                  </a:cubicBezTo>
                  <a:cubicBezTo>
                    <a:pt x="22955" y="84487"/>
                    <a:pt x="7144" y="68294"/>
                    <a:pt x="7144" y="45815"/>
                  </a:cubicBezTo>
                  <a:close/>
                  <a:moveTo>
                    <a:pt x="64199" y="45815"/>
                  </a:moveTo>
                  <a:cubicBezTo>
                    <a:pt x="64199" y="32480"/>
                    <a:pt x="56198" y="22289"/>
                    <a:pt x="44196" y="22289"/>
                  </a:cubicBezTo>
                  <a:cubicBezTo>
                    <a:pt x="32575" y="22289"/>
                    <a:pt x="24384" y="32480"/>
                    <a:pt x="24384" y="45815"/>
                  </a:cubicBezTo>
                  <a:cubicBezTo>
                    <a:pt x="24384" y="59150"/>
                    <a:pt x="32480" y="69342"/>
                    <a:pt x="44196" y="69342"/>
                  </a:cubicBezTo>
                  <a:cubicBezTo>
                    <a:pt x="56198" y="69247"/>
                    <a:pt x="64199" y="59150"/>
                    <a:pt x="64199" y="45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Полилиния: фигура 155">
              <a:extLst>
                <a:ext uri="{FF2B5EF4-FFF2-40B4-BE49-F238E27FC236}">
                  <a16:creationId xmlns:a16="http://schemas.microsoft.com/office/drawing/2014/main" id="{504CAA6A-4AA4-4367-8BF0-1827FAADF9AE}"/>
                </a:ext>
              </a:extLst>
            </p:cNvPr>
            <p:cNvSpPr/>
            <p:nvPr/>
          </p:nvSpPr>
          <p:spPr>
            <a:xfrm>
              <a:off x="5373688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098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Полилиния: фигура 156">
              <a:extLst>
                <a:ext uri="{FF2B5EF4-FFF2-40B4-BE49-F238E27FC236}">
                  <a16:creationId xmlns:a16="http://schemas.microsoft.com/office/drawing/2014/main" id="{DD9BCA02-C624-49C1-9DD6-5F1F8414D289}"/>
                </a:ext>
              </a:extLst>
            </p:cNvPr>
            <p:cNvSpPr/>
            <p:nvPr/>
          </p:nvSpPr>
          <p:spPr>
            <a:xfrm>
              <a:off x="5440839" y="4841570"/>
              <a:ext cx="47625" cy="66675"/>
            </a:xfrm>
            <a:custGeom>
              <a:avLst/>
              <a:gdLst>
                <a:gd name="connsiteX0" fmla="*/ 7239 w 47625"/>
                <a:gd name="connsiteY0" fmla="*/ 7144 h 66675"/>
                <a:gd name="connsiteX1" fmla="*/ 45148 w 47625"/>
                <a:gd name="connsiteY1" fmla="*/ 7144 h 66675"/>
                <a:gd name="connsiteX2" fmla="*/ 40100 w 47625"/>
                <a:gd name="connsiteY2" fmla="*/ 20669 h 66675"/>
                <a:gd name="connsiteX3" fmla="*/ 22765 w 47625"/>
                <a:gd name="connsiteY3" fmla="*/ 20669 h 66675"/>
                <a:gd name="connsiteX4" fmla="*/ 22765 w 47625"/>
                <a:gd name="connsiteY4" fmla="*/ 61055 h 66675"/>
                <a:gd name="connsiteX5" fmla="*/ 7144 w 47625"/>
                <a:gd name="connsiteY5" fmla="*/ 61055 h 66675"/>
                <a:gd name="connsiteX6" fmla="*/ 7144 w 47625"/>
                <a:gd name="connsiteY6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66675">
                  <a:moveTo>
                    <a:pt x="7239" y="7144"/>
                  </a:moveTo>
                  <a:lnTo>
                    <a:pt x="45148" y="7144"/>
                  </a:lnTo>
                  <a:lnTo>
                    <a:pt x="40100" y="20669"/>
                  </a:lnTo>
                  <a:lnTo>
                    <a:pt x="22765" y="20669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Полилиния: фигура 157">
              <a:extLst>
                <a:ext uri="{FF2B5EF4-FFF2-40B4-BE49-F238E27FC236}">
                  <a16:creationId xmlns:a16="http://schemas.microsoft.com/office/drawing/2014/main" id="{EC218180-105A-4B2E-83A0-B704BE48C661}"/>
                </a:ext>
              </a:extLst>
            </p:cNvPr>
            <p:cNvSpPr/>
            <p:nvPr/>
          </p:nvSpPr>
          <p:spPr>
            <a:xfrm>
              <a:off x="5481415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2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2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Полилиния: фигура 158">
              <a:extLst>
                <a:ext uri="{FF2B5EF4-FFF2-40B4-BE49-F238E27FC236}">
                  <a16:creationId xmlns:a16="http://schemas.microsoft.com/office/drawing/2014/main" id="{0CFCC49B-0492-44D7-BEF7-104D73E4E76D}"/>
                </a:ext>
              </a:extLst>
            </p:cNvPr>
            <p:cNvSpPr/>
            <p:nvPr/>
          </p:nvSpPr>
          <p:spPr>
            <a:xfrm>
              <a:off x="5544090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051 h 66675"/>
                <a:gd name="connsiteX3" fmla="*/ 40386 w 57150"/>
                <a:gd name="connsiteY3" fmla="*/ 27051 h 66675"/>
                <a:gd name="connsiteX4" fmla="*/ 40386 w 57150"/>
                <a:gd name="connsiteY4" fmla="*/ 7144 h 66675"/>
                <a:gd name="connsiteX5" fmla="*/ 56007 w 57150"/>
                <a:gd name="connsiteY5" fmla="*/ 7144 h 66675"/>
                <a:gd name="connsiteX6" fmla="*/ 56007 w 57150"/>
                <a:gd name="connsiteY6" fmla="*/ 61055 h 66675"/>
                <a:gd name="connsiteX7" fmla="*/ 40386 w 57150"/>
                <a:gd name="connsiteY7" fmla="*/ 61055 h 66675"/>
                <a:gd name="connsiteX8" fmla="*/ 40386 w 57150"/>
                <a:gd name="connsiteY8" fmla="*/ 40672 h 66675"/>
                <a:gd name="connsiteX9" fmla="*/ 22765 w 57150"/>
                <a:gd name="connsiteY9" fmla="*/ 40672 h 66675"/>
                <a:gd name="connsiteX10" fmla="*/ 22765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22765" y="7144"/>
                  </a:lnTo>
                  <a:lnTo>
                    <a:pt x="22765" y="27051"/>
                  </a:lnTo>
                  <a:lnTo>
                    <a:pt x="40386" y="27051"/>
                  </a:lnTo>
                  <a:lnTo>
                    <a:pt x="40386" y="7144"/>
                  </a:lnTo>
                  <a:lnTo>
                    <a:pt x="56007" y="7144"/>
                  </a:lnTo>
                  <a:lnTo>
                    <a:pt x="56007" y="61055"/>
                  </a:lnTo>
                  <a:lnTo>
                    <a:pt x="40386" y="61055"/>
                  </a:lnTo>
                  <a:lnTo>
                    <a:pt x="40386" y="40672"/>
                  </a:lnTo>
                  <a:lnTo>
                    <a:pt x="22765" y="40672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Полилиния: фигура 159">
              <a:extLst>
                <a:ext uri="{FF2B5EF4-FFF2-40B4-BE49-F238E27FC236}">
                  <a16:creationId xmlns:a16="http://schemas.microsoft.com/office/drawing/2014/main" id="{ECA94000-331D-4346-BA95-C746C6407073}"/>
                </a:ext>
              </a:extLst>
            </p:cNvPr>
            <p:cNvSpPr/>
            <p:nvPr/>
          </p:nvSpPr>
          <p:spPr>
            <a:xfrm>
              <a:off x="5607907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37624 h 66675"/>
                <a:gd name="connsiteX3" fmla="*/ 22955 w 57150"/>
                <a:gd name="connsiteY3" fmla="*/ 37624 h 66675"/>
                <a:gd name="connsiteX4" fmla="*/ 43529 w 57150"/>
                <a:gd name="connsiteY4" fmla="*/ 7144 h 66675"/>
                <a:gd name="connsiteX5" fmla="*/ 56959 w 57150"/>
                <a:gd name="connsiteY5" fmla="*/ 7144 h 66675"/>
                <a:gd name="connsiteX6" fmla="*/ 56959 w 57150"/>
                <a:gd name="connsiteY6" fmla="*/ 61055 h 66675"/>
                <a:gd name="connsiteX7" fmla="*/ 41338 w 57150"/>
                <a:gd name="connsiteY7" fmla="*/ 61055 h 66675"/>
                <a:gd name="connsiteX8" fmla="*/ 41338 w 57150"/>
                <a:gd name="connsiteY8" fmla="*/ 30575 h 66675"/>
                <a:gd name="connsiteX9" fmla="*/ 41148 w 57150"/>
                <a:gd name="connsiteY9" fmla="*/ 30575 h 66675"/>
                <a:gd name="connsiteX10" fmla="*/ 20669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22765" y="7144"/>
                  </a:lnTo>
                  <a:lnTo>
                    <a:pt x="22765" y="37624"/>
                  </a:lnTo>
                  <a:lnTo>
                    <a:pt x="22955" y="37624"/>
                  </a:lnTo>
                  <a:lnTo>
                    <a:pt x="43529" y="7144"/>
                  </a:lnTo>
                  <a:lnTo>
                    <a:pt x="56959" y="7144"/>
                  </a:lnTo>
                  <a:lnTo>
                    <a:pt x="56959" y="61055"/>
                  </a:lnTo>
                  <a:lnTo>
                    <a:pt x="41338" y="61055"/>
                  </a:lnTo>
                  <a:lnTo>
                    <a:pt x="41338" y="30575"/>
                  </a:lnTo>
                  <a:lnTo>
                    <a:pt x="41148" y="30575"/>
                  </a:lnTo>
                  <a:lnTo>
                    <a:pt x="20669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Полилиния: фигура 160">
              <a:extLst>
                <a:ext uri="{FF2B5EF4-FFF2-40B4-BE49-F238E27FC236}">
                  <a16:creationId xmlns:a16="http://schemas.microsoft.com/office/drawing/2014/main" id="{091FDB61-BB87-4E29-9ACD-4CE774E245D3}"/>
                </a:ext>
              </a:extLst>
            </p:cNvPr>
            <p:cNvSpPr/>
            <p:nvPr/>
          </p:nvSpPr>
          <p:spPr>
            <a:xfrm>
              <a:off x="5666581" y="4840332"/>
              <a:ext cx="57150" cy="66675"/>
            </a:xfrm>
            <a:custGeom>
              <a:avLst/>
              <a:gdLst>
                <a:gd name="connsiteX0" fmla="*/ 7144 w 57150"/>
                <a:gd name="connsiteY0" fmla="*/ 56102 h 66675"/>
                <a:gd name="connsiteX1" fmla="*/ 17050 w 57150"/>
                <a:gd name="connsiteY1" fmla="*/ 46292 h 66675"/>
                <a:gd name="connsiteX2" fmla="*/ 31147 w 57150"/>
                <a:gd name="connsiteY2" fmla="*/ 50864 h 66675"/>
                <a:gd name="connsiteX3" fmla="*/ 40100 w 57150"/>
                <a:gd name="connsiteY3" fmla="*/ 46101 h 66675"/>
                <a:gd name="connsiteX4" fmla="*/ 29908 w 57150"/>
                <a:gd name="connsiteY4" fmla="*/ 41529 h 66675"/>
                <a:gd name="connsiteX5" fmla="*/ 23717 w 57150"/>
                <a:gd name="connsiteY5" fmla="*/ 41529 h 66675"/>
                <a:gd name="connsiteX6" fmla="*/ 23717 w 57150"/>
                <a:gd name="connsiteY6" fmla="*/ 29146 h 66675"/>
                <a:gd name="connsiteX7" fmla="*/ 30671 w 57150"/>
                <a:gd name="connsiteY7" fmla="*/ 29146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59 w 57150"/>
                <a:gd name="connsiteY10" fmla="*/ 23241 h 66675"/>
                <a:gd name="connsiteX11" fmla="*/ 9430 w 57150"/>
                <a:gd name="connsiteY11" fmla="*/ 13811 h 66675"/>
                <a:gd name="connsiteX12" fmla="*/ 32956 w 57150"/>
                <a:gd name="connsiteY12" fmla="*/ 7144 h 66675"/>
                <a:gd name="connsiteX13" fmla="*/ 54388 w 57150"/>
                <a:gd name="connsiteY13" fmla="*/ 23051 h 66675"/>
                <a:gd name="connsiteX14" fmla="*/ 47149 w 57150"/>
                <a:gd name="connsiteY14" fmla="*/ 34862 h 66675"/>
                <a:gd name="connsiteX15" fmla="*/ 47149 w 57150"/>
                <a:gd name="connsiteY15" fmla="*/ 35052 h 66675"/>
                <a:gd name="connsiteX16" fmla="*/ 56197 w 57150"/>
                <a:gd name="connsiteY16" fmla="*/ 46863 h 66675"/>
                <a:gd name="connsiteX17" fmla="*/ 31813 w 57150"/>
                <a:gd name="connsiteY17" fmla="*/ 63532 h 66675"/>
                <a:gd name="connsiteX18" fmla="*/ 7144 w 57150"/>
                <a:gd name="connsiteY18" fmla="*/ 5610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>
                  <a:moveTo>
                    <a:pt x="7144" y="56102"/>
                  </a:moveTo>
                  <a:lnTo>
                    <a:pt x="17050" y="46292"/>
                  </a:lnTo>
                  <a:cubicBezTo>
                    <a:pt x="20479" y="48959"/>
                    <a:pt x="28099" y="50864"/>
                    <a:pt x="31147" y="50864"/>
                  </a:cubicBezTo>
                  <a:cubicBezTo>
                    <a:pt x="35623" y="50864"/>
                    <a:pt x="40100" y="49816"/>
                    <a:pt x="40100" y="46101"/>
                  </a:cubicBezTo>
                  <a:cubicBezTo>
                    <a:pt x="40100" y="42767"/>
                    <a:pt x="37243" y="41529"/>
                    <a:pt x="29908" y="41529"/>
                  </a:cubicBezTo>
                  <a:lnTo>
                    <a:pt x="23717" y="41529"/>
                  </a:lnTo>
                  <a:lnTo>
                    <a:pt x="23717" y="29146"/>
                  </a:lnTo>
                  <a:lnTo>
                    <a:pt x="30671" y="29146"/>
                  </a:lnTo>
                  <a:cubicBezTo>
                    <a:pt x="37624" y="29146"/>
                    <a:pt x="39148" y="26480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59" y="23241"/>
                  </a:cubicBezTo>
                  <a:lnTo>
                    <a:pt x="9430" y="13811"/>
                  </a:lnTo>
                  <a:cubicBezTo>
                    <a:pt x="16573" y="8858"/>
                    <a:pt x="26670" y="7144"/>
                    <a:pt x="32956" y="7144"/>
                  </a:cubicBezTo>
                  <a:cubicBezTo>
                    <a:pt x="45053" y="7144"/>
                    <a:pt x="54388" y="13621"/>
                    <a:pt x="54388" y="23051"/>
                  </a:cubicBezTo>
                  <a:cubicBezTo>
                    <a:pt x="54388" y="27622"/>
                    <a:pt x="51721" y="32099"/>
                    <a:pt x="47149" y="34862"/>
                  </a:cubicBezTo>
                  <a:lnTo>
                    <a:pt x="47149" y="35052"/>
                  </a:lnTo>
                  <a:cubicBezTo>
                    <a:pt x="52102" y="36862"/>
                    <a:pt x="56197" y="41434"/>
                    <a:pt x="56197" y="46863"/>
                  </a:cubicBezTo>
                  <a:cubicBezTo>
                    <a:pt x="56197" y="57721"/>
                    <a:pt x="45053" y="63532"/>
                    <a:pt x="31813" y="63532"/>
                  </a:cubicBezTo>
                  <a:cubicBezTo>
                    <a:pt x="21050" y="63627"/>
                    <a:pt x="13145" y="60293"/>
                    <a:pt x="7144" y="5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Полилиния: фигура 161">
              <a:extLst>
                <a:ext uri="{FF2B5EF4-FFF2-40B4-BE49-F238E27FC236}">
                  <a16:creationId xmlns:a16="http://schemas.microsoft.com/office/drawing/2014/main" id="{4625AF2F-D7F1-4A68-9346-7A5DC5F5D016}"/>
                </a:ext>
              </a:extLst>
            </p:cNvPr>
            <p:cNvSpPr/>
            <p:nvPr/>
          </p:nvSpPr>
          <p:spPr>
            <a:xfrm>
              <a:off x="5723160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1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1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Полилиния: фигура 162">
              <a:extLst>
                <a:ext uri="{FF2B5EF4-FFF2-40B4-BE49-F238E27FC236}">
                  <a16:creationId xmlns:a16="http://schemas.microsoft.com/office/drawing/2014/main" id="{775306B6-B862-4B83-B2B0-3AB58DFE8E29}"/>
                </a:ext>
              </a:extLst>
            </p:cNvPr>
            <p:cNvSpPr/>
            <p:nvPr/>
          </p:nvSpPr>
          <p:spPr>
            <a:xfrm>
              <a:off x="5779929" y="4841570"/>
              <a:ext cx="57150" cy="66675"/>
            </a:xfrm>
            <a:custGeom>
              <a:avLst/>
              <a:gdLst>
                <a:gd name="connsiteX0" fmla="*/ 22955 w 57150"/>
                <a:gd name="connsiteY0" fmla="*/ 20669 h 66675"/>
                <a:gd name="connsiteX1" fmla="*/ 7144 w 57150"/>
                <a:gd name="connsiteY1" fmla="*/ 20669 h 66675"/>
                <a:gd name="connsiteX2" fmla="*/ 7144 w 57150"/>
                <a:gd name="connsiteY2" fmla="*/ 7144 h 66675"/>
                <a:gd name="connsiteX3" fmla="*/ 55626 w 57150"/>
                <a:gd name="connsiteY3" fmla="*/ 7144 h 66675"/>
                <a:gd name="connsiteX4" fmla="*/ 50578 w 57150"/>
                <a:gd name="connsiteY4" fmla="*/ 20669 h 66675"/>
                <a:gd name="connsiteX5" fmla="*/ 38481 w 57150"/>
                <a:gd name="connsiteY5" fmla="*/ 20669 h 66675"/>
                <a:gd name="connsiteX6" fmla="*/ 38481 w 57150"/>
                <a:gd name="connsiteY6" fmla="*/ 61055 h 66675"/>
                <a:gd name="connsiteX7" fmla="*/ 22955 w 57150"/>
                <a:gd name="connsiteY7" fmla="*/ 61055 h 66675"/>
                <a:gd name="connsiteX8" fmla="*/ 22955 w 57150"/>
                <a:gd name="connsiteY8" fmla="*/ 2066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>
                  <a:moveTo>
                    <a:pt x="22955" y="20669"/>
                  </a:moveTo>
                  <a:lnTo>
                    <a:pt x="7144" y="20669"/>
                  </a:lnTo>
                  <a:lnTo>
                    <a:pt x="7144" y="7144"/>
                  </a:lnTo>
                  <a:lnTo>
                    <a:pt x="55626" y="7144"/>
                  </a:lnTo>
                  <a:lnTo>
                    <a:pt x="50578" y="20669"/>
                  </a:lnTo>
                  <a:lnTo>
                    <a:pt x="38481" y="20669"/>
                  </a:lnTo>
                  <a:lnTo>
                    <a:pt x="38481" y="61055"/>
                  </a:lnTo>
                  <a:lnTo>
                    <a:pt x="22955" y="61055"/>
                  </a:lnTo>
                  <a:lnTo>
                    <a:pt x="22955" y="2066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Полилиния: фигура 163">
              <a:extLst>
                <a:ext uri="{FF2B5EF4-FFF2-40B4-BE49-F238E27FC236}">
                  <a16:creationId xmlns:a16="http://schemas.microsoft.com/office/drawing/2014/main" id="{DFE43D15-5B4C-4251-9B01-8AA05F8F8EC1}"/>
                </a:ext>
              </a:extLst>
            </p:cNvPr>
            <p:cNvSpPr/>
            <p:nvPr/>
          </p:nvSpPr>
          <p:spPr>
            <a:xfrm>
              <a:off x="5832316" y="4840237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389 w 66675"/>
                <a:gd name="connsiteY2" fmla="*/ 35243 h 66675"/>
                <a:gd name="connsiteX3" fmla="*/ 34862 w 66675"/>
                <a:gd name="connsiteY3" fmla="*/ 63627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389" y="18764"/>
                    <a:pt x="62389" y="35243"/>
                  </a:cubicBezTo>
                  <a:cubicBezTo>
                    <a:pt x="62389" y="52007"/>
                    <a:pt x="50959" y="63627"/>
                    <a:pt x="34862" y="63627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434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Полилиния: фигура 164">
              <a:extLst>
                <a:ext uri="{FF2B5EF4-FFF2-40B4-BE49-F238E27FC236}">
                  <a16:creationId xmlns:a16="http://schemas.microsoft.com/office/drawing/2014/main" id="{4B141EF5-2D85-4EA0-8DD2-6F35416E1747}"/>
                </a:ext>
              </a:extLst>
            </p:cNvPr>
            <p:cNvSpPr/>
            <p:nvPr/>
          </p:nvSpPr>
          <p:spPr>
            <a:xfrm>
              <a:off x="5898991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193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Полилиния: фигура 165">
              <a:extLst>
                <a:ext uri="{FF2B5EF4-FFF2-40B4-BE49-F238E27FC236}">
                  <a16:creationId xmlns:a16="http://schemas.microsoft.com/office/drawing/2014/main" id="{893920E4-CC58-40D9-8B72-14C9097F46EB}"/>
                </a:ext>
              </a:extLst>
            </p:cNvPr>
            <p:cNvSpPr/>
            <p:nvPr/>
          </p:nvSpPr>
          <p:spPr>
            <a:xfrm>
              <a:off x="5291106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54197 w 57150"/>
                <a:gd name="connsiteY1" fmla="*/ 7144 h 66675"/>
                <a:gd name="connsiteX2" fmla="*/ 54197 w 57150"/>
                <a:gd name="connsiteY2" fmla="*/ 61151 h 66675"/>
                <a:gd name="connsiteX3" fmla="*/ 38576 w 57150"/>
                <a:gd name="connsiteY3" fmla="*/ 61151 h 66675"/>
                <a:gd name="connsiteX4" fmla="*/ 38576 w 57150"/>
                <a:gd name="connsiteY4" fmla="*/ 20765 h 66675"/>
                <a:gd name="connsiteX5" fmla="*/ 22765 w 57150"/>
                <a:gd name="connsiteY5" fmla="*/ 20765 h 66675"/>
                <a:gd name="connsiteX6" fmla="*/ 22765 w 57150"/>
                <a:gd name="connsiteY6" fmla="*/ 61151 h 66675"/>
                <a:gd name="connsiteX7" fmla="*/ 7144 w 57150"/>
                <a:gd name="connsiteY7" fmla="*/ 61151 h 66675"/>
                <a:gd name="connsiteX8" fmla="*/ 7144 w 57150"/>
                <a:gd name="connsiteY8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54197" y="7144"/>
                  </a:lnTo>
                  <a:lnTo>
                    <a:pt x="54197" y="61151"/>
                  </a:lnTo>
                  <a:lnTo>
                    <a:pt x="38576" y="61151"/>
                  </a:lnTo>
                  <a:lnTo>
                    <a:pt x="38576" y="20765"/>
                  </a:lnTo>
                  <a:lnTo>
                    <a:pt x="22765" y="20765"/>
                  </a:lnTo>
                  <a:lnTo>
                    <a:pt x="22765" y="61151"/>
                  </a:lnTo>
                  <a:lnTo>
                    <a:pt x="7144" y="6115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Полилиния: фигура 166">
              <a:extLst>
                <a:ext uri="{FF2B5EF4-FFF2-40B4-BE49-F238E27FC236}">
                  <a16:creationId xmlns:a16="http://schemas.microsoft.com/office/drawing/2014/main" id="{ECECFBD3-9DF2-4B53-A4FF-CFB9208A2C31}"/>
                </a:ext>
              </a:extLst>
            </p:cNvPr>
            <p:cNvSpPr/>
            <p:nvPr/>
          </p:nvSpPr>
          <p:spPr>
            <a:xfrm>
              <a:off x="5349304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5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8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7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5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8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Полилиния: фигура 167">
              <a:extLst>
                <a:ext uri="{FF2B5EF4-FFF2-40B4-BE49-F238E27FC236}">
                  <a16:creationId xmlns:a16="http://schemas.microsoft.com/office/drawing/2014/main" id="{36B6113B-23C2-4176-B12E-4A4271B9F7E9}"/>
                </a:ext>
              </a:extLst>
            </p:cNvPr>
            <p:cNvSpPr/>
            <p:nvPr/>
          </p:nvSpPr>
          <p:spPr>
            <a:xfrm>
              <a:off x="5413312" y="4954536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722 h 85725"/>
                <a:gd name="connsiteX9" fmla="*/ 22955 w 66675"/>
                <a:gd name="connsiteY9" fmla="*/ 57055 h 85725"/>
                <a:gd name="connsiteX10" fmla="*/ 22765 w 66675"/>
                <a:gd name="connsiteY10" fmla="*/ 57055 h 85725"/>
                <a:gd name="connsiteX11" fmla="*/ 22765 w 66675"/>
                <a:gd name="connsiteY11" fmla="*/ 82201 h 85725"/>
                <a:gd name="connsiteX12" fmla="*/ 34385 w 66675"/>
                <a:gd name="connsiteY12" fmla="*/ 49530 h 85725"/>
                <a:gd name="connsiteX13" fmla="*/ 46577 w 66675"/>
                <a:gd name="connsiteY13" fmla="*/ 35052 h 85725"/>
                <a:gd name="connsiteX14" fmla="*/ 34385 w 66675"/>
                <a:gd name="connsiteY14" fmla="*/ 20955 h 85725"/>
                <a:gd name="connsiteX15" fmla="*/ 22098 w 66675"/>
                <a:gd name="connsiteY15" fmla="*/ 35052 h 85725"/>
                <a:gd name="connsiteX16" fmla="*/ 34385 w 66675"/>
                <a:gd name="connsiteY16" fmla="*/ 4953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6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722"/>
                    <a:pt x="38100" y="63722"/>
                  </a:cubicBezTo>
                  <a:cubicBezTo>
                    <a:pt x="29908" y="63722"/>
                    <a:pt x="25241" y="60008"/>
                    <a:pt x="22955" y="57055"/>
                  </a:cubicBezTo>
                  <a:lnTo>
                    <a:pt x="22765" y="57055"/>
                  </a:lnTo>
                  <a:lnTo>
                    <a:pt x="22765" y="82201"/>
                  </a:lnTo>
                  <a:close/>
                  <a:moveTo>
                    <a:pt x="34385" y="49530"/>
                  </a:moveTo>
                  <a:cubicBezTo>
                    <a:pt x="41529" y="49530"/>
                    <a:pt x="46577" y="43434"/>
                    <a:pt x="46577" y="35052"/>
                  </a:cubicBezTo>
                  <a:cubicBezTo>
                    <a:pt x="46577" y="27146"/>
                    <a:pt x="41529" y="20955"/>
                    <a:pt x="34385" y="20955"/>
                  </a:cubicBezTo>
                  <a:cubicBezTo>
                    <a:pt x="27242" y="20955"/>
                    <a:pt x="22098" y="27146"/>
                    <a:pt x="22098" y="35052"/>
                  </a:cubicBezTo>
                  <a:cubicBezTo>
                    <a:pt x="22098" y="43434"/>
                    <a:pt x="27242" y="49530"/>
                    <a:pt x="34385" y="49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Полилиния: фигура 168">
              <a:extLst>
                <a:ext uri="{FF2B5EF4-FFF2-40B4-BE49-F238E27FC236}">
                  <a16:creationId xmlns:a16="http://schemas.microsoft.com/office/drawing/2014/main" id="{A157A4C4-FA38-480C-A83F-23BDED4D2A03}"/>
                </a:ext>
              </a:extLst>
            </p:cNvPr>
            <p:cNvSpPr/>
            <p:nvPr/>
          </p:nvSpPr>
          <p:spPr>
            <a:xfrm>
              <a:off x="5476938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6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9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8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6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9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Полилиния: фигура 169">
              <a:extLst>
                <a:ext uri="{FF2B5EF4-FFF2-40B4-BE49-F238E27FC236}">
                  <a16:creationId xmlns:a16="http://schemas.microsoft.com/office/drawing/2014/main" id="{9AD7DF30-8BDA-4557-A5BA-993CF92AB5FB}"/>
                </a:ext>
              </a:extLst>
            </p:cNvPr>
            <p:cNvSpPr/>
            <p:nvPr/>
          </p:nvSpPr>
          <p:spPr>
            <a:xfrm>
              <a:off x="5540947" y="4955775"/>
              <a:ext cx="57150" cy="66675"/>
            </a:xfrm>
            <a:custGeom>
              <a:avLst/>
              <a:gdLst>
                <a:gd name="connsiteX0" fmla="*/ 7144 w 57150"/>
                <a:gd name="connsiteY0" fmla="*/ 61151 h 66675"/>
                <a:gd name="connsiteX1" fmla="*/ 7144 w 57150"/>
                <a:gd name="connsiteY1" fmla="*/ 7144 h 66675"/>
                <a:gd name="connsiteX2" fmla="*/ 35052 w 57150"/>
                <a:gd name="connsiteY2" fmla="*/ 7144 h 66675"/>
                <a:gd name="connsiteX3" fmla="*/ 54864 w 57150"/>
                <a:gd name="connsiteY3" fmla="*/ 21812 h 66675"/>
                <a:gd name="connsiteX4" fmla="*/ 46863 w 57150"/>
                <a:gd name="connsiteY4" fmla="*/ 32194 h 66675"/>
                <a:gd name="connsiteX5" fmla="*/ 46863 w 57150"/>
                <a:gd name="connsiteY5" fmla="*/ 32385 h 66675"/>
                <a:gd name="connsiteX6" fmla="*/ 57150 w 57150"/>
                <a:gd name="connsiteY6" fmla="*/ 45244 h 66675"/>
                <a:gd name="connsiteX7" fmla="*/ 37433 w 57150"/>
                <a:gd name="connsiteY7" fmla="*/ 61151 h 66675"/>
                <a:gd name="connsiteX8" fmla="*/ 7144 w 57150"/>
                <a:gd name="connsiteY8" fmla="*/ 61151 h 66675"/>
                <a:gd name="connsiteX9" fmla="*/ 31623 w 57150"/>
                <a:gd name="connsiteY9" fmla="*/ 29528 h 66675"/>
                <a:gd name="connsiteX10" fmla="*/ 38671 w 57150"/>
                <a:gd name="connsiteY10" fmla="*/ 23908 h 66675"/>
                <a:gd name="connsiteX11" fmla="*/ 31623 w 57150"/>
                <a:gd name="connsiteY11" fmla="*/ 18574 h 66675"/>
                <a:gd name="connsiteX12" fmla="*/ 22765 w 57150"/>
                <a:gd name="connsiteY12" fmla="*/ 18574 h 66675"/>
                <a:gd name="connsiteX13" fmla="*/ 22765 w 57150"/>
                <a:gd name="connsiteY13" fmla="*/ 29623 h 66675"/>
                <a:gd name="connsiteX14" fmla="*/ 31623 w 57150"/>
                <a:gd name="connsiteY14" fmla="*/ 29623 h 66675"/>
                <a:gd name="connsiteX15" fmla="*/ 34480 w 57150"/>
                <a:gd name="connsiteY15" fmla="*/ 49816 h 66675"/>
                <a:gd name="connsiteX16" fmla="*/ 40386 w 57150"/>
                <a:gd name="connsiteY16" fmla="*/ 45148 h 66675"/>
                <a:gd name="connsiteX17" fmla="*/ 34480 w 57150"/>
                <a:gd name="connsiteY17" fmla="*/ 40005 h 66675"/>
                <a:gd name="connsiteX18" fmla="*/ 22765 w 57150"/>
                <a:gd name="connsiteY18" fmla="*/ 40005 h 66675"/>
                <a:gd name="connsiteX19" fmla="*/ 22765 w 57150"/>
                <a:gd name="connsiteY19" fmla="*/ 49816 h 66675"/>
                <a:gd name="connsiteX20" fmla="*/ 34480 w 57150"/>
                <a:gd name="connsiteY20" fmla="*/ 4981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>
                  <a:moveTo>
                    <a:pt x="7144" y="61151"/>
                  </a:moveTo>
                  <a:lnTo>
                    <a:pt x="7144" y="7144"/>
                  </a:lnTo>
                  <a:lnTo>
                    <a:pt x="35052" y="7144"/>
                  </a:lnTo>
                  <a:cubicBezTo>
                    <a:pt x="45625" y="7144"/>
                    <a:pt x="54864" y="11144"/>
                    <a:pt x="54864" y="21812"/>
                  </a:cubicBezTo>
                  <a:cubicBezTo>
                    <a:pt x="54864" y="26765"/>
                    <a:pt x="51054" y="31052"/>
                    <a:pt x="46863" y="32194"/>
                  </a:cubicBezTo>
                  <a:lnTo>
                    <a:pt x="46863" y="32385"/>
                  </a:lnTo>
                  <a:cubicBezTo>
                    <a:pt x="53150" y="34100"/>
                    <a:pt x="57150" y="38576"/>
                    <a:pt x="57150" y="45244"/>
                  </a:cubicBezTo>
                  <a:cubicBezTo>
                    <a:pt x="57150" y="53150"/>
                    <a:pt x="51245" y="61151"/>
                    <a:pt x="37433" y="61151"/>
                  </a:cubicBezTo>
                  <a:lnTo>
                    <a:pt x="7144" y="61151"/>
                  </a:lnTo>
                  <a:close/>
                  <a:moveTo>
                    <a:pt x="31623" y="29528"/>
                  </a:moveTo>
                  <a:cubicBezTo>
                    <a:pt x="35624" y="29528"/>
                    <a:pt x="38671" y="27908"/>
                    <a:pt x="38671" y="23908"/>
                  </a:cubicBezTo>
                  <a:cubicBezTo>
                    <a:pt x="38671" y="19812"/>
                    <a:pt x="35528" y="18574"/>
                    <a:pt x="31623" y="18574"/>
                  </a:cubicBezTo>
                  <a:lnTo>
                    <a:pt x="22765" y="18574"/>
                  </a:lnTo>
                  <a:lnTo>
                    <a:pt x="22765" y="29623"/>
                  </a:lnTo>
                  <a:lnTo>
                    <a:pt x="31623" y="29623"/>
                  </a:lnTo>
                  <a:close/>
                  <a:moveTo>
                    <a:pt x="34480" y="49816"/>
                  </a:moveTo>
                  <a:cubicBezTo>
                    <a:pt x="38862" y="49816"/>
                    <a:pt x="40386" y="47530"/>
                    <a:pt x="40386" y="45148"/>
                  </a:cubicBezTo>
                  <a:cubicBezTo>
                    <a:pt x="40386" y="42577"/>
                    <a:pt x="38862" y="40005"/>
                    <a:pt x="34480" y="40005"/>
                  </a:cubicBezTo>
                  <a:lnTo>
                    <a:pt x="22765" y="40005"/>
                  </a:lnTo>
                  <a:lnTo>
                    <a:pt x="22765" y="49816"/>
                  </a:lnTo>
                  <a:lnTo>
                    <a:pt x="34480" y="498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Полилиния: фигура 170">
              <a:extLst>
                <a:ext uri="{FF2B5EF4-FFF2-40B4-BE49-F238E27FC236}">
                  <a16:creationId xmlns:a16="http://schemas.microsoft.com/office/drawing/2014/main" id="{376C3A0B-1108-4A7E-9171-E11E7B182A79}"/>
                </a:ext>
              </a:extLst>
            </p:cNvPr>
            <p:cNvSpPr/>
            <p:nvPr/>
          </p:nvSpPr>
          <p:spPr>
            <a:xfrm>
              <a:off x="5598573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1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1" y="26956"/>
                    <a:pt x="23431" y="35243"/>
                  </a:cubicBezTo>
                  <a:cubicBezTo>
                    <a:pt x="23431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Полилиния: фигура 171">
              <a:extLst>
                <a:ext uri="{FF2B5EF4-FFF2-40B4-BE49-F238E27FC236}">
                  <a16:creationId xmlns:a16="http://schemas.microsoft.com/office/drawing/2014/main" id="{E6F6F6D0-6382-45E1-AFAD-A86563742715}"/>
                </a:ext>
              </a:extLst>
            </p:cNvPr>
            <p:cNvSpPr/>
            <p:nvPr/>
          </p:nvSpPr>
          <p:spPr>
            <a:xfrm>
              <a:off x="5659056" y="4954536"/>
              <a:ext cx="57150" cy="66675"/>
            </a:xfrm>
            <a:custGeom>
              <a:avLst/>
              <a:gdLst>
                <a:gd name="connsiteX0" fmla="*/ 7144 w 57150"/>
                <a:gd name="connsiteY0" fmla="*/ 56198 h 66675"/>
                <a:gd name="connsiteX1" fmla="*/ 17050 w 57150"/>
                <a:gd name="connsiteY1" fmla="*/ 46387 h 66675"/>
                <a:gd name="connsiteX2" fmla="*/ 31147 w 57150"/>
                <a:gd name="connsiteY2" fmla="*/ 50959 h 66675"/>
                <a:gd name="connsiteX3" fmla="*/ 40100 w 57150"/>
                <a:gd name="connsiteY3" fmla="*/ 46196 h 66675"/>
                <a:gd name="connsiteX4" fmla="*/ 29908 w 57150"/>
                <a:gd name="connsiteY4" fmla="*/ 41624 h 66675"/>
                <a:gd name="connsiteX5" fmla="*/ 23717 w 57150"/>
                <a:gd name="connsiteY5" fmla="*/ 41624 h 66675"/>
                <a:gd name="connsiteX6" fmla="*/ 23717 w 57150"/>
                <a:gd name="connsiteY6" fmla="*/ 29242 h 66675"/>
                <a:gd name="connsiteX7" fmla="*/ 30671 w 57150"/>
                <a:gd name="connsiteY7" fmla="*/ 29242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60 w 57150"/>
                <a:gd name="connsiteY10" fmla="*/ 23241 h 66675"/>
                <a:gd name="connsiteX11" fmla="*/ 9430 w 57150"/>
                <a:gd name="connsiteY11" fmla="*/ 13811 h 66675"/>
                <a:gd name="connsiteX12" fmla="*/ 32957 w 57150"/>
                <a:gd name="connsiteY12" fmla="*/ 7144 h 66675"/>
                <a:gd name="connsiteX13" fmla="*/ 54483 w 57150"/>
                <a:gd name="connsiteY13" fmla="*/ 23051 h 66675"/>
                <a:gd name="connsiteX14" fmla="*/ 47244 w 57150"/>
                <a:gd name="connsiteY14" fmla="*/ 34957 h 66675"/>
                <a:gd name="connsiteX15" fmla="*/ 47244 w 57150"/>
                <a:gd name="connsiteY15" fmla="*/ 35147 h 66675"/>
                <a:gd name="connsiteX16" fmla="*/ 56293 w 57150"/>
                <a:gd name="connsiteY16" fmla="*/ 47054 h 66675"/>
                <a:gd name="connsiteX17" fmla="*/ 31909 w 57150"/>
                <a:gd name="connsiteY17" fmla="*/ 63722 h 66675"/>
                <a:gd name="connsiteX18" fmla="*/ 7144 w 57150"/>
                <a:gd name="connsiteY18" fmla="*/ 5619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>
                  <a:moveTo>
                    <a:pt x="7144" y="56198"/>
                  </a:moveTo>
                  <a:lnTo>
                    <a:pt x="17050" y="46387"/>
                  </a:lnTo>
                  <a:cubicBezTo>
                    <a:pt x="20479" y="49054"/>
                    <a:pt x="28099" y="50959"/>
                    <a:pt x="31147" y="50959"/>
                  </a:cubicBezTo>
                  <a:cubicBezTo>
                    <a:pt x="35624" y="50959"/>
                    <a:pt x="40100" y="49911"/>
                    <a:pt x="40100" y="46196"/>
                  </a:cubicBezTo>
                  <a:cubicBezTo>
                    <a:pt x="40100" y="42863"/>
                    <a:pt x="37243" y="41624"/>
                    <a:pt x="29908" y="41624"/>
                  </a:cubicBezTo>
                  <a:lnTo>
                    <a:pt x="23717" y="41624"/>
                  </a:lnTo>
                  <a:lnTo>
                    <a:pt x="23717" y="29242"/>
                  </a:lnTo>
                  <a:lnTo>
                    <a:pt x="30671" y="29242"/>
                  </a:lnTo>
                  <a:cubicBezTo>
                    <a:pt x="37624" y="29242"/>
                    <a:pt x="39148" y="26575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60" y="23241"/>
                  </a:cubicBezTo>
                  <a:lnTo>
                    <a:pt x="9430" y="13811"/>
                  </a:lnTo>
                  <a:cubicBezTo>
                    <a:pt x="16574" y="8858"/>
                    <a:pt x="26670" y="7144"/>
                    <a:pt x="32957" y="7144"/>
                  </a:cubicBezTo>
                  <a:cubicBezTo>
                    <a:pt x="45053" y="7144"/>
                    <a:pt x="54483" y="13621"/>
                    <a:pt x="54483" y="23051"/>
                  </a:cubicBezTo>
                  <a:cubicBezTo>
                    <a:pt x="54483" y="27623"/>
                    <a:pt x="51816" y="32099"/>
                    <a:pt x="47244" y="34957"/>
                  </a:cubicBezTo>
                  <a:lnTo>
                    <a:pt x="47244" y="35147"/>
                  </a:lnTo>
                  <a:cubicBezTo>
                    <a:pt x="52197" y="36957"/>
                    <a:pt x="56293" y="41529"/>
                    <a:pt x="56293" y="47054"/>
                  </a:cubicBezTo>
                  <a:cubicBezTo>
                    <a:pt x="56293" y="57912"/>
                    <a:pt x="45149" y="63722"/>
                    <a:pt x="31909" y="63722"/>
                  </a:cubicBezTo>
                  <a:cubicBezTo>
                    <a:pt x="21050" y="63722"/>
                    <a:pt x="13145" y="60389"/>
                    <a:pt x="7144" y="561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Полилиния: фигура 172">
              <a:extLst>
                <a:ext uri="{FF2B5EF4-FFF2-40B4-BE49-F238E27FC236}">
                  <a16:creationId xmlns:a16="http://schemas.microsoft.com/office/drawing/2014/main" id="{7F5D7807-B4C4-438F-AC2B-E2C57F54D008}"/>
                </a:ext>
              </a:extLst>
            </p:cNvPr>
            <p:cNvSpPr/>
            <p:nvPr/>
          </p:nvSpPr>
          <p:spPr>
            <a:xfrm>
              <a:off x="5716111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Полилиния: фигура 173">
              <a:extLst>
                <a:ext uri="{FF2B5EF4-FFF2-40B4-BE49-F238E27FC236}">
                  <a16:creationId xmlns:a16="http://schemas.microsoft.com/office/drawing/2014/main" id="{029D1D54-EB8A-4F9D-A32B-8C858FCB60C6}"/>
                </a:ext>
              </a:extLst>
            </p:cNvPr>
            <p:cNvSpPr/>
            <p:nvPr/>
          </p:nvSpPr>
          <p:spPr>
            <a:xfrm>
              <a:off x="5782881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527 h 66675"/>
                <a:gd name="connsiteX3" fmla="*/ 25146 w 57150"/>
                <a:gd name="connsiteY3" fmla="*/ 27527 h 66675"/>
                <a:gd name="connsiteX4" fmla="*/ 37910 w 57150"/>
                <a:gd name="connsiteY4" fmla="*/ 7144 h 66675"/>
                <a:gd name="connsiteX5" fmla="*/ 55817 w 57150"/>
                <a:gd name="connsiteY5" fmla="*/ 7144 h 66675"/>
                <a:gd name="connsiteX6" fmla="*/ 38481 w 57150"/>
                <a:gd name="connsiteY6" fmla="*/ 33909 h 66675"/>
                <a:gd name="connsiteX7" fmla="*/ 57912 w 57150"/>
                <a:gd name="connsiteY7" fmla="*/ 61151 h 66675"/>
                <a:gd name="connsiteX8" fmla="*/ 38862 w 57150"/>
                <a:gd name="connsiteY8" fmla="*/ 61151 h 66675"/>
                <a:gd name="connsiteX9" fmla="*/ 24575 w 57150"/>
                <a:gd name="connsiteY9" fmla="*/ 40577 h 66675"/>
                <a:gd name="connsiteX10" fmla="*/ 22860 w 57150"/>
                <a:gd name="connsiteY10" fmla="*/ 40577 h 66675"/>
                <a:gd name="connsiteX11" fmla="*/ 22860 w 57150"/>
                <a:gd name="connsiteY11" fmla="*/ 61151 h 66675"/>
                <a:gd name="connsiteX12" fmla="*/ 7239 w 57150"/>
                <a:gd name="connsiteY12" fmla="*/ 61151 h 66675"/>
                <a:gd name="connsiteX13" fmla="*/ 7239 w 57150"/>
                <a:gd name="connsiteY13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22765" y="7144"/>
                  </a:lnTo>
                  <a:lnTo>
                    <a:pt x="22765" y="27527"/>
                  </a:lnTo>
                  <a:lnTo>
                    <a:pt x="25146" y="27527"/>
                  </a:lnTo>
                  <a:lnTo>
                    <a:pt x="37910" y="7144"/>
                  </a:lnTo>
                  <a:lnTo>
                    <a:pt x="55817" y="7144"/>
                  </a:lnTo>
                  <a:lnTo>
                    <a:pt x="38481" y="33909"/>
                  </a:lnTo>
                  <a:lnTo>
                    <a:pt x="57912" y="61151"/>
                  </a:lnTo>
                  <a:lnTo>
                    <a:pt x="38862" y="61151"/>
                  </a:lnTo>
                  <a:lnTo>
                    <a:pt x="24575" y="40577"/>
                  </a:lnTo>
                  <a:lnTo>
                    <a:pt x="22860" y="40577"/>
                  </a:lnTo>
                  <a:lnTo>
                    <a:pt x="22860" y="61151"/>
                  </a:lnTo>
                  <a:lnTo>
                    <a:pt x="7239" y="61151"/>
                  </a:lnTo>
                  <a:lnTo>
                    <a:pt x="723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Полилиния: фигура 174">
              <a:extLst>
                <a:ext uri="{FF2B5EF4-FFF2-40B4-BE49-F238E27FC236}">
                  <a16:creationId xmlns:a16="http://schemas.microsoft.com/office/drawing/2014/main" id="{09580272-08EA-4AB8-8776-135DF9CE5627}"/>
                </a:ext>
              </a:extLst>
            </p:cNvPr>
            <p:cNvSpPr/>
            <p:nvPr/>
          </p:nvSpPr>
          <p:spPr>
            <a:xfrm>
              <a:off x="4874482" y="4752702"/>
              <a:ext cx="342900" cy="409575"/>
            </a:xfrm>
            <a:custGeom>
              <a:avLst/>
              <a:gdLst>
                <a:gd name="connsiteX0" fmla="*/ 78867 w 342900"/>
                <a:gd name="connsiteY0" fmla="*/ 281083 h 409575"/>
                <a:gd name="connsiteX1" fmla="*/ 74771 w 342900"/>
                <a:gd name="connsiteY1" fmla="*/ 271272 h 409575"/>
                <a:gd name="connsiteX2" fmla="*/ 34195 w 342900"/>
                <a:gd name="connsiteY2" fmla="*/ 173260 h 409575"/>
                <a:gd name="connsiteX3" fmla="*/ 173260 w 342900"/>
                <a:gd name="connsiteY3" fmla="*/ 34195 h 409575"/>
                <a:gd name="connsiteX4" fmla="*/ 312325 w 342900"/>
                <a:gd name="connsiteY4" fmla="*/ 173260 h 409575"/>
                <a:gd name="connsiteX5" fmla="*/ 271558 w 342900"/>
                <a:gd name="connsiteY5" fmla="*/ 271558 h 409575"/>
                <a:gd name="connsiteX6" fmla="*/ 154115 w 342900"/>
                <a:gd name="connsiteY6" fmla="*/ 389001 h 409575"/>
                <a:gd name="connsiteX7" fmla="*/ 173260 w 342900"/>
                <a:gd name="connsiteY7" fmla="*/ 408146 h 409575"/>
                <a:gd name="connsiteX8" fmla="*/ 290798 w 342900"/>
                <a:gd name="connsiteY8" fmla="*/ 290608 h 409575"/>
                <a:gd name="connsiteX9" fmla="*/ 339376 w 342900"/>
                <a:gd name="connsiteY9" fmla="*/ 173260 h 409575"/>
                <a:gd name="connsiteX10" fmla="*/ 173260 w 342900"/>
                <a:gd name="connsiteY10" fmla="*/ 7144 h 409575"/>
                <a:gd name="connsiteX11" fmla="*/ 7144 w 342900"/>
                <a:gd name="connsiteY11" fmla="*/ 173260 h 409575"/>
                <a:gd name="connsiteX12" fmla="*/ 55626 w 342900"/>
                <a:gd name="connsiteY12" fmla="*/ 290513 h 409575"/>
                <a:gd name="connsiteX13" fmla="*/ 65342 w 342900"/>
                <a:gd name="connsiteY13" fmla="*/ 294513 h 409575"/>
                <a:gd name="connsiteX14" fmla="*/ 78867 w 342900"/>
                <a:gd name="connsiteY14" fmla="*/ 281083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409575">
                  <a:moveTo>
                    <a:pt x="78867" y="281083"/>
                  </a:moveTo>
                  <a:cubicBezTo>
                    <a:pt x="78867" y="277273"/>
                    <a:pt x="77248" y="273844"/>
                    <a:pt x="74771" y="271272"/>
                  </a:cubicBezTo>
                  <a:cubicBezTo>
                    <a:pt x="49816" y="246317"/>
                    <a:pt x="34195" y="211455"/>
                    <a:pt x="34195" y="173260"/>
                  </a:cubicBezTo>
                  <a:cubicBezTo>
                    <a:pt x="34195" y="96584"/>
                    <a:pt x="96583" y="34195"/>
                    <a:pt x="173260" y="34195"/>
                  </a:cubicBezTo>
                  <a:cubicBezTo>
                    <a:pt x="249936" y="34195"/>
                    <a:pt x="312325" y="96584"/>
                    <a:pt x="312325" y="173260"/>
                  </a:cubicBezTo>
                  <a:cubicBezTo>
                    <a:pt x="312325" y="211646"/>
                    <a:pt x="296704" y="246412"/>
                    <a:pt x="271558" y="271558"/>
                  </a:cubicBezTo>
                  <a:lnTo>
                    <a:pt x="154115" y="389001"/>
                  </a:lnTo>
                  <a:lnTo>
                    <a:pt x="173260" y="408146"/>
                  </a:lnTo>
                  <a:lnTo>
                    <a:pt x="290798" y="290608"/>
                  </a:lnTo>
                  <a:cubicBezTo>
                    <a:pt x="320802" y="260509"/>
                    <a:pt x="339376" y="219075"/>
                    <a:pt x="339376" y="173260"/>
                  </a:cubicBezTo>
                  <a:cubicBezTo>
                    <a:pt x="339376" y="81534"/>
                    <a:pt x="264986" y="7144"/>
                    <a:pt x="173260" y="7144"/>
                  </a:cubicBezTo>
                  <a:cubicBezTo>
                    <a:pt x="81534" y="7144"/>
                    <a:pt x="7144" y="81534"/>
                    <a:pt x="7144" y="173260"/>
                  </a:cubicBezTo>
                  <a:cubicBezTo>
                    <a:pt x="7144" y="219075"/>
                    <a:pt x="25717" y="260604"/>
                    <a:pt x="55626" y="290513"/>
                  </a:cubicBezTo>
                  <a:cubicBezTo>
                    <a:pt x="58198" y="293084"/>
                    <a:pt x="61532" y="294513"/>
                    <a:pt x="65342" y="294513"/>
                  </a:cubicBezTo>
                  <a:cubicBezTo>
                    <a:pt x="72771" y="294513"/>
                    <a:pt x="78867" y="288512"/>
                    <a:pt x="78867" y="28108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Полилиния: фигура 175">
              <a:extLst>
                <a:ext uri="{FF2B5EF4-FFF2-40B4-BE49-F238E27FC236}">
                  <a16:creationId xmlns:a16="http://schemas.microsoft.com/office/drawing/2014/main" id="{3ED469D4-B526-43A2-A4E8-75CF72A75283}"/>
                </a:ext>
              </a:extLst>
            </p:cNvPr>
            <p:cNvSpPr/>
            <p:nvPr/>
          </p:nvSpPr>
          <p:spPr>
            <a:xfrm>
              <a:off x="5078031" y="4879384"/>
              <a:ext cx="19050" cy="19050"/>
            </a:xfrm>
            <a:custGeom>
              <a:avLst/>
              <a:gdLst>
                <a:gd name="connsiteX0" fmla="*/ 13145 w 19050"/>
                <a:gd name="connsiteY0" fmla="*/ 19145 h 19050"/>
                <a:gd name="connsiteX1" fmla="*/ 19145 w 19050"/>
                <a:gd name="connsiteY1" fmla="*/ 13144 h 19050"/>
                <a:gd name="connsiteX2" fmla="*/ 13145 w 19050"/>
                <a:gd name="connsiteY2" fmla="*/ 7144 h 19050"/>
                <a:gd name="connsiteX3" fmla="*/ 7144 w 19050"/>
                <a:gd name="connsiteY3" fmla="*/ 13144 h 19050"/>
                <a:gd name="connsiteX4" fmla="*/ 13145 w 19050"/>
                <a:gd name="connsiteY4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3145" y="19145"/>
                  </a:moveTo>
                  <a:cubicBezTo>
                    <a:pt x="16478" y="19145"/>
                    <a:pt x="19145" y="16478"/>
                    <a:pt x="19145" y="13144"/>
                  </a:cubicBezTo>
                  <a:cubicBezTo>
                    <a:pt x="19145" y="9811"/>
                    <a:pt x="16478" y="7144"/>
                    <a:pt x="13145" y="7144"/>
                  </a:cubicBezTo>
                  <a:cubicBezTo>
                    <a:pt x="9811" y="7144"/>
                    <a:pt x="7144" y="9811"/>
                    <a:pt x="7144" y="13144"/>
                  </a:cubicBezTo>
                  <a:cubicBezTo>
                    <a:pt x="7144" y="16478"/>
                    <a:pt x="9811" y="19145"/>
                    <a:pt x="13145" y="191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Полилиния: фигура 176">
              <a:extLst>
                <a:ext uri="{FF2B5EF4-FFF2-40B4-BE49-F238E27FC236}">
                  <a16:creationId xmlns:a16="http://schemas.microsoft.com/office/drawing/2014/main" id="{35D93207-AC98-4630-8846-C6D334BD8ABB}"/>
                </a:ext>
              </a:extLst>
            </p:cNvPr>
            <p:cNvSpPr/>
            <p:nvPr/>
          </p:nvSpPr>
          <p:spPr>
            <a:xfrm>
              <a:off x="4945348" y="4842713"/>
              <a:ext cx="200025" cy="171450"/>
            </a:xfrm>
            <a:custGeom>
              <a:avLst/>
              <a:gdLst>
                <a:gd name="connsiteX0" fmla="*/ 157543 w 200025"/>
                <a:gd name="connsiteY0" fmla="*/ 105632 h 171450"/>
                <a:gd name="connsiteX1" fmla="*/ 175165 w 200025"/>
                <a:gd name="connsiteY1" fmla="*/ 78772 h 171450"/>
                <a:gd name="connsiteX2" fmla="*/ 174688 w 200025"/>
                <a:gd name="connsiteY2" fmla="*/ 73819 h 171450"/>
                <a:gd name="connsiteX3" fmla="*/ 181451 w 200025"/>
                <a:gd name="connsiteY3" fmla="*/ 62579 h 171450"/>
                <a:gd name="connsiteX4" fmla="*/ 181451 w 200025"/>
                <a:gd name="connsiteY4" fmla="*/ 58293 h 171450"/>
                <a:gd name="connsiteX5" fmla="*/ 155924 w 200025"/>
                <a:gd name="connsiteY5" fmla="*/ 35433 h 171450"/>
                <a:gd name="connsiteX6" fmla="*/ 155924 w 200025"/>
                <a:gd name="connsiteY6" fmla="*/ 21146 h 171450"/>
                <a:gd name="connsiteX7" fmla="*/ 88106 w 200025"/>
                <a:gd name="connsiteY7" fmla="*/ 7144 h 171450"/>
                <a:gd name="connsiteX8" fmla="*/ 20288 w 200025"/>
                <a:gd name="connsiteY8" fmla="*/ 21146 h 171450"/>
                <a:gd name="connsiteX9" fmla="*/ 20288 w 200025"/>
                <a:gd name="connsiteY9" fmla="*/ 46101 h 171450"/>
                <a:gd name="connsiteX10" fmla="*/ 7144 w 200025"/>
                <a:gd name="connsiteY10" fmla="*/ 46101 h 171450"/>
                <a:gd name="connsiteX11" fmla="*/ 7144 w 200025"/>
                <a:gd name="connsiteY11" fmla="*/ 71438 h 171450"/>
                <a:gd name="connsiteX12" fmla="*/ 20288 w 200025"/>
                <a:gd name="connsiteY12" fmla="*/ 71438 h 171450"/>
                <a:gd name="connsiteX13" fmla="*/ 20288 w 200025"/>
                <a:gd name="connsiteY13" fmla="*/ 148590 h 171450"/>
                <a:gd name="connsiteX14" fmla="*/ 26384 w 200025"/>
                <a:gd name="connsiteY14" fmla="*/ 148590 h 171450"/>
                <a:gd name="connsiteX15" fmla="*/ 26384 w 200025"/>
                <a:gd name="connsiteY15" fmla="*/ 156305 h 171450"/>
                <a:gd name="connsiteX16" fmla="*/ 39243 w 200025"/>
                <a:gd name="connsiteY16" fmla="*/ 169164 h 171450"/>
                <a:gd name="connsiteX17" fmla="*/ 52102 w 200025"/>
                <a:gd name="connsiteY17" fmla="*/ 156305 h 171450"/>
                <a:gd name="connsiteX18" fmla="*/ 52102 w 200025"/>
                <a:gd name="connsiteY18" fmla="*/ 148590 h 171450"/>
                <a:gd name="connsiteX19" fmla="*/ 96107 w 200025"/>
                <a:gd name="connsiteY19" fmla="*/ 148590 h 171450"/>
                <a:gd name="connsiteX20" fmla="*/ 96107 w 200025"/>
                <a:gd name="connsiteY20" fmla="*/ 169355 h 171450"/>
                <a:gd name="connsiteX21" fmla="*/ 195548 w 200025"/>
                <a:gd name="connsiteY21" fmla="*/ 169355 h 171450"/>
                <a:gd name="connsiteX22" fmla="*/ 195548 w 200025"/>
                <a:gd name="connsiteY22" fmla="*/ 143732 h 171450"/>
                <a:gd name="connsiteX23" fmla="*/ 157543 w 200025"/>
                <a:gd name="connsiteY23" fmla="*/ 105632 h 171450"/>
                <a:gd name="connsiteX24" fmla="*/ 145828 w 200025"/>
                <a:gd name="connsiteY24" fmla="*/ 101251 h 171450"/>
                <a:gd name="connsiteX25" fmla="*/ 123349 w 200025"/>
                <a:gd name="connsiteY25" fmla="*/ 78772 h 171450"/>
                <a:gd name="connsiteX26" fmla="*/ 123539 w 200025"/>
                <a:gd name="connsiteY26" fmla="*/ 77438 h 171450"/>
                <a:gd name="connsiteX27" fmla="*/ 145828 w 200025"/>
                <a:gd name="connsiteY27" fmla="*/ 81439 h 171450"/>
                <a:gd name="connsiteX28" fmla="*/ 168116 w 200025"/>
                <a:gd name="connsiteY28" fmla="*/ 77438 h 171450"/>
                <a:gd name="connsiteX29" fmla="*/ 168307 w 200025"/>
                <a:gd name="connsiteY29" fmla="*/ 78772 h 171450"/>
                <a:gd name="connsiteX30" fmla="*/ 145828 w 200025"/>
                <a:gd name="connsiteY30" fmla="*/ 101251 h 171450"/>
                <a:gd name="connsiteX31" fmla="*/ 145828 w 200025"/>
                <a:gd name="connsiteY31" fmla="*/ 74486 h 171450"/>
                <a:gd name="connsiteX32" fmla="*/ 118015 w 200025"/>
                <a:gd name="connsiteY32" fmla="*/ 65056 h 171450"/>
                <a:gd name="connsiteX33" fmla="*/ 173641 w 200025"/>
                <a:gd name="connsiteY33" fmla="*/ 65056 h 171450"/>
                <a:gd name="connsiteX34" fmla="*/ 145828 w 200025"/>
                <a:gd name="connsiteY34" fmla="*/ 74486 h 171450"/>
                <a:gd name="connsiteX35" fmla="*/ 145828 w 200025"/>
                <a:gd name="connsiteY35" fmla="*/ 41339 h 171450"/>
                <a:gd name="connsiteX36" fmla="*/ 174498 w 200025"/>
                <a:gd name="connsiteY36" fmla="*/ 58103 h 171450"/>
                <a:gd name="connsiteX37" fmla="*/ 117158 w 200025"/>
                <a:gd name="connsiteY37" fmla="*/ 58103 h 171450"/>
                <a:gd name="connsiteX38" fmla="*/ 145828 w 200025"/>
                <a:gd name="connsiteY38" fmla="*/ 41339 h 171450"/>
                <a:gd name="connsiteX39" fmla="*/ 55721 w 200025"/>
                <a:gd name="connsiteY39" fmla="*/ 20669 h 171450"/>
                <a:gd name="connsiteX40" fmla="*/ 120682 w 200025"/>
                <a:gd name="connsiteY40" fmla="*/ 20669 h 171450"/>
                <a:gd name="connsiteX41" fmla="*/ 120682 w 200025"/>
                <a:gd name="connsiteY41" fmla="*/ 20669 h 171450"/>
                <a:gd name="connsiteX42" fmla="*/ 120682 w 200025"/>
                <a:gd name="connsiteY42" fmla="*/ 20669 h 171450"/>
                <a:gd name="connsiteX43" fmla="*/ 120682 w 200025"/>
                <a:gd name="connsiteY43" fmla="*/ 33814 h 171450"/>
                <a:gd name="connsiteX44" fmla="*/ 55721 w 200025"/>
                <a:gd name="connsiteY44" fmla="*/ 33814 h 171450"/>
                <a:gd name="connsiteX45" fmla="*/ 55721 w 200025"/>
                <a:gd name="connsiteY45" fmla="*/ 33814 h 171450"/>
                <a:gd name="connsiteX46" fmla="*/ 55721 w 200025"/>
                <a:gd name="connsiteY46" fmla="*/ 33814 h 171450"/>
                <a:gd name="connsiteX47" fmla="*/ 55721 w 200025"/>
                <a:gd name="connsiteY47" fmla="*/ 20669 h 171450"/>
                <a:gd name="connsiteX48" fmla="*/ 39243 w 200025"/>
                <a:gd name="connsiteY48" fmla="*/ 138589 h 171450"/>
                <a:gd name="connsiteX49" fmla="*/ 38862 w 200025"/>
                <a:gd name="connsiteY49" fmla="*/ 138494 h 171450"/>
                <a:gd name="connsiteX50" fmla="*/ 30766 w 200025"/>
                <a:gd name="connsiteY50" fmla="*/ 130112 h 171450"/>
                <a:gd name="connsiteX51" fmla="*/ 30766 w 200025"/>
                <a:gd name="connsiteY51" fmla="*/ 130112 h 171450"/>
                <a:gd name="connsiteX52" fmla="*/ 30766 w 200025"/>
                <a:gd name="connsiteY52" fmla="*/ 130112 h 171450"/>
                <a:gd name="connsiteX53" fmla="*/ 30861 w 200025"/>
                <a:gd name="connsiteY53" fmla="*/ 129826 h 171450"/>
                <a:gd name="connsiteX54" fmla="*/ 31433 w 200025"/>
                <a:gd name="connsiteY54" fmla="*/ 126778 h 171450"/>
                <a:gd name="connsiteX55" fmla="*/ 39243 w 200025"/>
                <a:gd name="connsiteY55" fmla="*/ 121634 h 171450"/>
                <a:gd name="connsiteX56" fmla="*/ 47720 w 200025"/>
                <a:gd name="connsiteY56" fmla="*/ 130112 h 171450"/>
                <a:gd name="connsiteX57" fmla="*/ 39243 w 200025"/>
                <a:gd name="connsiteY57" fmla="*/ 138589 h 171450"/>
                <a:gd name="connsiteX58" fmla="*/ 59817 w 200025"/>
                <a:gd name="connsiteY58" fmla="*/ 138589 h 171450"/>
                <a:gd name="connsiteX59" fmla="*/ 57721 w 200025"/>
                <a:gd name="connsiteY59" fmla="*/ 138208 h 171450"/>
                <a:gd name="connsiteX60" fmla="*/ 52006 w 200025"/>
                <a:gd name="connsiteY60" fmla="*/ 133445 h 171450"/>
                <a:gd name="connsiteX61" fmla="*/ 51340 w 200025"/>
                <a:gd name="connsiteY61" fmla="*/ 130112 h 171450"/>
                <a:gd name="connsiteX62" fmla="*/ 59817 w 200025"/>
                <a:gd name="connsiteY62" fmla="*/ 121634 h 171450"/>
                <a:gd name="connsiteX63" fmla="*/ 68294 w 200025"/>
                <a:gd name="connsiteY63" fmla="*/ 130112 h 171450"/>
                <a:gd name="connsiteX64" fmla="*/ 59817 w 200025"/>
                <a:gd name="connsiteY64" fmla="*/ 138589 h 171450"/>
                <a:gd name="connsiteX65" fmla="*/ 35528 w 200025"/>
                <a:gd name="connsiteY65" fmla="*/ 104013 h 171450"/>
                <a:gd name="connsiteX66" fmla="*/ 32004 w 200025"/>
                <a:gd name="connsiteY66" fmla="*/ 102394 h 171450"/>
                <a:gd name="connsiteX67" fmla="*/ 30766 w 200025"/>
                <a:gd name="connsiteY67" fmla="*/ 99251 h 171450"/>
                <a:gd name="connsiteX68" fmla="*/ 30766 w 200025"/>
                <a:gd name="connsiteY68" fmla="*/ 46101 h 171450"/>
                <a:gd name="connsiteX69" fmla="*/ 30766 w 200025"/>
                <a:gd name="connsiteY69" fmla="*/ 46101 h 171450"/>
                <a:gd name="connsiteX70" fmla="*/ 30766 w 200025"/>
                <a:gd name="connsiteY70" fmla="*/ 46101 h 171450"/>
                <a:gd name="connsiteX71" fmla="*/ 115157 w 200025"/>
                <a:gd name="connsiteY71" fmla="*/ 46101 h 171450"/>
                <a:gd name="connsiteX72" fmla="*/ 110204 w 200025"/>
                <a:gd name="connsiteY72" fmla="*/ 58293 h 171450"/>
                <a:gd name="connsiteX73" fmla="*/ 110204 w 200025"/>
                <a:gd name="connsiteY73" fmla="*/ 62579 h 171450"/>
                <a:gd name="connsiteX74" fmla="*/ 116967 w 200025"/>
                <a:gd name="connsiteY74" fmla="*/ 73819 h 171450"/>
                <a:gd name="connsiteX75" fmla="*/ 116396 w 200025"/>
                <a:gd name="connsiteY75" fmla="*/ 78772 h 171450"/>
                <a:gd name="connsiteX76" fmla="*/ 130969 w 200025"/>
                <a:gd name="connsiteY76" fmla="*/ 104013 h 171450"/>
                <a:gd name="connsiteX77" fmla="*/ 35528 w 200025"/>
                <a:gd name="connsiteY77" fmla="*/ 104013 h 171450"/>
                <a:gd name="connsiteX78" fmla="*/ 188595 w 200025"/>
                <a:gd name="connsiteY78" fmla="*/ 162401 h 171450"/>
                <a:gd name="connsiteX79" fmla="*/ 176022 w 200025"/>
                <a:gd name="connsiteY79" fmla="*/ 162401 h 171450"/>
                <a:gd name="connsiteX80" fmla="*/ 176022 w 200025"/>
                <a:gd name="connsiteY80" fmla="*/ 141161 h 171450"/>
                <a:gd name="connsiteX81" fmla="*/ 172593 w 200025"/>
                <a:gd name="connsiteY81" fmla="*/ 137732 h 171450"/>
                <a:gd name="connsiteX82" fmla="*/ 169164 w 200025"/>
                <a:gd name="connsiteY82" fmla="*/ 141161 h 171450"/>
                <a:gd name="connsiteX83" fmla="*/ 169164 w 200025"/>
                <a:gd name="connsiteY83" fmla="*/ 162401 h 171450"/>
                <a:gd name="connsiteX84" fmla="*/ 124111 w 200025"/>
                <a:gd name="connsiteY84" fmla="*/ 162401 h 171450"/>
                <a:gd name="connsiteX85" fmla="*/ 124111 w 200025"/>
                <a:gd name="connsiteY85" fmla="*/ 141161 h 171450"/>
                <a:gd name="connsiteX86" fmla="*/ 120682 w 200025"/>
                <a:gd name="connsiteY86" fmla="*/ 137732 h 171450"/>
                <a:gd name="connsiteX87" fmla="*/ 117253 w 200025"/>
                <a:gd name="connsiteY87" fmla="*/ 141161 h 171450"/>
                <a:gd name="connsiteX88" fmla="*/ 117253 w 200025"/>
                <a:gd name="connsiteY88" fmla="*/ 162401 h 171450"/>
                <a:gd name="connsiteX89" fmla="*/ 103156 w 200025"/>
                <a:gd name="connsiteY89" fmla="*/ 162401 h 171450"/>
                <a:gd name="connsiteX90" fmla="*/ 103156 w 200025"/>
                <a:gd name="connsiteY90" fmla="*/ 143732 h 171450"/>
                <a:gd name="connsiteX91" fmla="*/ 134303 w 200025"/>
                <a:gd name="connsiteY91" fmla="*/ 112586 h 171450"/>
                <a:gd name="connsiteX92" fmla="*/ 157543 w 200025"/>
                <a:gd name="connsiteY92" fmla="*/ 112586 h 171450"/>
                <a:gd name="connsiteX93" fmla="*/ 188690 w 200025"/>
                <a:gd name="connsiteY93" fmla="*/ 143732 h 171450"/>
                <a:gd name="connsiteX94" fmla="*/ 188690 w 200025"/>
                <a:gd name="connsiteY94" fmla="*/ 162401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00025" h="171450">
                  <a:moveTo>
                    <a:pt x="157543" y="105632"/>
                  </a:moveTo>
                  <a:cubicBezTo>
                    <a:pt x="167926" y="101060"/>
                    <a:pt x="175165" y="90773"/>
                    <a:pt x="175165" y="78772"/>
                  </a:cubicBezTo>
                  <a:cubicBezTo>
                    <a:pt x="175165" y="77057"/>
                    <a:pt x="174974" y="75438"/>
                    <a:pt x="174688" y="73819"/>
                  </a:cubicBezTo>
                  <a:cubicBezTo>
                    <a:pt x="178879" y="70676"/>
                    <a:pt x="181451" y="66866"/>
                    <a:pt x="181451" y="62579"/>
                  </a:cubicBezTo>
                  <a:cubicBezTo>
                    <a:pt x="181451" y="62198"/>
                    <a:pt x="181451" y="59055"/>
                    <a:pt x="181451" y="58293"/>
                  </a:cubicBezTo>
                  <a:cubicBezTo>
                    <a:pt x="181451" y="47244"/>
                    <a:pt x="170783" y="38291"/>
                    <a:pt x="155924" y="35433"/>
                  </a:cubicBezTo>
                  <a:lnTo>
                    <a:pt x="155924" y="21146"/>
                  </a:lnTo>
                  <a:cubicBezTo>
                    <a:pt x="155924" y="13430"/>
                    <a:pt x="125539" y="7144"/>
                    <a:pt x="88106" y="7144"/>
                  </a:cubicBezTo>
                  <a:cubicBezTo>
                    <a:pt x="50673" y="7144"/>
                    <a:pt x="20288" y="13430"/>
                    <a:pt x="20288" y="21146"/>
                  </a:cubicBezTo>
                  <a:lnTo>
                    <a:pt x="20288" y="46101"/>
                  </a:lnTo>
                  <a:lnTo>
                    <a:pt x="7144" y="46101"/>
                  </a:lnTo>
                  <a:lnTo>
                    <a:pt x="7144" y="71438"/>
                  </a:lnTo>
                  <a:lnTo>
                    <a:pt x="20288" y="71438"/>
                  </a:lnTo>
                  <a:lnTo>
                    <a:pt x="20288" y="148590"/>
                  </a:lnTo>
                  <a:lnTo>
                    <a:pt x="26384" y="148590"/>
                  </a:lnTo>
                  <a:lnTo>
                    <a:pt x="26384" y="156305"/>
                  </a:lnTo>
                  <a:cubicBezTo>
                    <a:pt x="26384" y="163449"/>
                    <a:pt x="32099" y="169164"/>
                    <a:pt x="39243" y="169164"/>
                  </a:cubicBezTo>
                  <a:cubicBezTo>
                    <a:pt x="46292" y="169164"/>
                    <a:pt x="52102" y="163449"/>
                    <a:pt x="52102" y="156305"/>
                  </a:cubicBezTo>
                  <a:lnTo>
                    <a:pt x="52102" y="148590"/>
                  </a:lnTo>
                  <a:lnTo>
                    <a:pt x="96107" y="148590"/>
                  </a:lnTo>
                  <a:lnTo>
                    <a:pt x="96107" y="169355"/>
                  </a:lnTo>
                  <a:lnTo>
                    <a:pt x="195548" y="169355"/>
                  </a:lnTo>
                  <a:lnTo>
                    <a:pt x="195548" y="143732"/>
                  </a:lnTo>
                  <a:cubicBezTo>
                    <a:pt x="195548" y="122777"/>
                    <a:pt x="178499" y="105728"/>
                    <a:pt x="157543" y="105632"/>
                  </a:cubicBezTo>
                  <a:close/>
                  <a:moveTo>
                    <a:pt x="145828" y="101251"/>
                  </a:moveTo>
                  <a:cubicBezTo>
                    <a:pt x="133445" y="101251"/>
                    <a:pt x="123349" y="91154"/>
                    <a:pt x="123349" y="78772"/>
                  </a:cubicBezTo>
                  <a:cubicBezTo>
                    <a:pt x="123349" y="78296"/>
                    <a:pt x="123539" y="77915"/>
                    <a:pt x="123539" y="77438"/>
                  </a:cubicBezTo>
                  <a:cubicBezTo>
                    <a:pt x="129540" y="79915"/>
                    <a:pt x="137160" y="81439"/>
                    <a:pt x="145828" y="81439"/>
                  </a:cubicBezTo>
                  <a:cubicBezTo>
                    <a:pt x="154400" y="81439"/>
                    <a:pt x="162020" y="79915"/>
                    <a:pt x="168116" y="77438"/>
                  </a:cubicBezTo>
                  <a:cubicBezTo>
                    <a:pt x="168116" y="77915"/>
                    <a:pt x="168307" y="78296"/>
                    <a:pt x="168307" y="78772"/>
                  </a:cubicBezTo>
                  <a:cubicBezTo>
                    <a:pt x="168307" y="91154"/>
                    <a:pt x="158210" y="101251"/>
                    <a:pt x="145828" y="101251"/>
                  </a:cubicBezTo>
                  <a:close/>
                  <a:moveTo>
                    <a:pt x="145828" y="74486"/>
                  </a:moveTo>
                  <a:cubicBezTo>
                    <a:pt x="132017" y="74486"/>
                    <a:pt x="121063" y="70009"/>
                    <a:pt x="118015" y="65056"/>
                  </a:cubicBezTo>
                  <a:lnTo>
                    <a:pt x="173641" y="65056"/>
                  </a:lnTo>
                  <a:cubicBezTo>
                    <a:pt x="170783" y="69914"/>
                    <a:pt x="159829" y="74486"/>
                    <a:pt x="145828" y="74486"/>
                  </a:cubicBezTo>
                  <a:close/>
                  <a:moveTo>
                    <a:pt x="145828" y="41339"/>
                  </a:moveTo>
                  <a:cubicBezTo>
                    <a:pt x="161258" y="41339"/>
                    <a:pt x="174308" y="49054"/>
                    <a:pt x="174498" y="58103"/>
                  </a:cubicBezTo>
                  <a:lnTo>
                    <a:pt x="117158" y="58103"/>
                  </a:lnTo>
                  <a:cubicBezTo>
                    <a:pt x="117348" y="48959"/>
                    <a:pt x="130397" y="41339"/>
                    <a:pt x="145828" y="41339"/>
                  </a:cubicBezTo>
                  <a:close/>
                  <a:moveTo>
                    <a:pt x="55721" y="20669"/>
                  </a:moveTo>
                  <a:lnTo>
                    <a:pt x="120682" y="20669"/>
                  </a:lnTo>
                  <a:lnTo>
                    <a:pt x="120682" y="20669"/>
                  </a:lnTo>
                  <a:lnTo>
                    <a:pt x="120682" y="20669"/>
                  </a:lnTo>
                  <a:lnTo>
                    <a:pt x="120682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20669"/>
                  </a:lnTo>
                  <a:close/>
                  <a:moveTo>
                    <a:pt x="39243" y="138589"/>
                  </a:moveTo>
                  <a:cubicBezTo>
                    <a:pt x="39148" y="138589"/>
                    <a:pt x="38957" y="138494"/>
                    <a:pt x="38862" y="138494"/>
                  </a:cubicBezTo>
                  <a:cubicBezTo>
                    <a:pt x="34385" y="138303"/>
                    <a:pt x="30766" y="134684"/>
                    <a:pt x="30766" y="130112"/>
                  </a:cubicBezTo>
                  <a:cubicBezTo>
                    <a:pt x="30766" y="130112"/>
                    <a:pt x="30766" y="130112"/>
                    <a:pt x="30766" y="130112"/>
                  </a:cubicBezTo>
                  <a:lnTo>
                    <a:pt x="30766" y="130112"/>
                  </a:lnTo>
                  <a:cubicBezTo>
                    <a:pt x="30766" y="130016"/>
                    <a:pt x="30861" y="129921"/>
                    <a:pt x="30861" y="129826"/>
                  </a:cubicBezTo>
                  <a:cubicBezTo>
                    <a:pt x="30861" y="128778"/>
                    <a:pt x="31051" y="127730"/>
                    <a:pt x="31433" y="126778"/>
                  </a:cubicBezTo>
                  <a:cubicBezTo>
                    <a:pt x="32766" y="123730"/>
                    <a:pt x="35719" y="121634"/>
                    <a:pt x="39243" y="121634"/>
                  </a:cubicBezTo>
                  <a:cubicBezTo>
                    <a:pt x="43910" y="121634"/>
                    <a:pt x="47720" y="125444"/>
                    <a:pt x="47720" y="130112"/>
                  </a:cubicBezTo>
                  <a:cubicBezTo>
                    <a:pt x="47720" y="134779"/>
                    <a:pt x="43910" y="138589"/>
                    <a:pt x="39243" y="138589"/>
                  </a:cubicBezTo>
                  <a:close/>
                  <a:moveTo>
                    <a:pt x="59817" y="138589"/>
                  </a:moveTo>
                  <a:cubicBezTo>
                    <a:pt x="59055" y="138589"/>
                    <a:pt x="58388" y="138303"/>
                    <a:pt x="57721" y="138208"/>
                  </a:cubicBezTo>
                  <a:cubicBezTo>
                    <a:pt x="55150" y="137541"/>
                    <a:pt x="52959" y="135827"/>
                    <a:pt x="52006" y="133445"/>
                  </a:cubicBezTo>
                  <a:cubicBezTo>
                    <a:pt x="51530" y="132398"/>
                    <a:pt x="51340" y="131350"/>
                    <a:pt x="51340" y="130112"/>
                  </a:cubicBezTo>
                  <a:cubicBezTo>
                    <a:pt x="51340" y="125444"/>
                    <a:pt x="55150" y="121634"/>
                    <a:pt x="59817" y="121634"/>
                  </a:cubicBezTo>
                  <a:cubicBezTo>
                    <a:pt x="64484" y="121634"/>
                    <a:pt x="68294" y="125444"/>
                    <a:pt x="68294" y="130112"/>
                  </a:cubicBezTo>
                  <a:cubicBezTo>
                    <a:pt x="68294" y="134779"/>
                    <a:pt x="64484" y="138589"/>
                    <a:pt x="59817" y="138589"/>
                  </a:cubicBezTo>
                  <a:close/>
                  <a:moveTo>
                    <a:pt x="35528" y="104013"/>
                  </a:moveTo>
                  <a:cubicBezTo>
                    <a:pt x="34100" y="104013"/>
                    <a:pt x="32861" y="103346"/>
                    <a:pt x="32004" y="102394"/>
                  </a:cubicBezTo>
                  <a:cubicBezTo>
                    <a:pt x="31242" y="101537"/>
                    <a:pt x="30766" y="100489"/>
                    <a:pt x="30766" y="99251"/>
                  </a:cubicBezTo>
                  <a:lnTo>
                    <a:pt x="30766" y="46101"/>
                  </a:lnTo>
                  <a:lnTo>
                    <a:pt x="30766" y="46101"/>
                  </a:lnTo>
                  <a:lnTo>
                    <a:pt x="30766" y="46101"/>
                  </a:lnTo>
                  <a:lnTo>
                    <a:pt x="115157" y="46101"/>
                  </a:lnTo>
                  <a:cubicBezTo>
                    <a:pt x="112014" y="49625"/>
                    <a:pt x="110204" y="53816"/>
                    <a:pt x="110204" y="58293"/>
                  </a:cubicBezTo>
                  <a:cubicBezTo>
                    <a:pt x="110204" y="59055"/>
                    <a:pt x="110204" y="62579"/>
                    <a:pt x="110204" y="62579"/>
                  </a:cubicBezTo>
                  <a:cubicBezTo>
                    <a:pt x="110204" y="66866"/>
                    <a:pt x="112681" y="70771"/>
                    <a:pt x="116967" y="73819"/>
                  </a:cubicBezTo>
                  <a:cubicBezTo>
                    <a:pt x="116681" y="75438"/>
                    <a:pt x="116396" y="77057"/>
                    <a:pt x="116396" y="78772"/>
                  </a:cubicBezTo>
                  <a:cubicBezTo>
                    <a:pt x="116396" y="89535"/>
                    <a:pt x="122301" y="98965"/>
                    <a:pt x="130969" y="104013"/>
                  </a:cubicBezTo>
                  <a:lnTo>
                    <a:pt x="35528" y="104013"/>
                  </a:lnTo>
                  <a:close/>
                  <a:moveTo>
                    <a:pt x="188595" y="162401"/>
                  </a:moveTo>
                  <a:lnTo>
                    <a:pt x="176022" y="162401"/>
                  </a:lnTo>
                  <a:lnTo>
                    <a:pt x="176022" y="141161"/>
                  </a:lnTo>
                  <a:cubicBezTo>
                    <a:pt x="176022" y="139256"/>
                    <a:pt x="174498" y="137732"/>
                    <a:pt x="172593" y="137732"/>
                  </a:cubicBezTo>
                  <a:cubicBezTo>
                    <a:pt x="170688" y="137732"/>
                    <a:pt x="169164" y="139256"/>
                    <a:pt x="169164" y="141161"/>
                  </a:cubicBezTo>
                  <a:lnTo>
                    <a:pt x="169164" y="162401"/>
                  </a:lnTo>
                  <a:lnTo>
                    <a:pt x="124111" y="162401"/>
                  </a:lnTo>
                  <a:lnTo>
                    <a:pt x="124111" y="141161"/>
                  </a:lnTo>
                  <a:cubicBezTo>
                    <a:pt x="124111" y="139256"/>
                    <a:pt x="122587" y="137732"/>
                    <a:pt x="120682" y="137732"/>
                  </a:cubicBezTo>
                  <a:cubicBezTo>
                    <a:pt x="118777" y="137732"/>
                    <a:pt x="117253" y="139256"/>
                    <a:pt x="117253" y="141161"/>
                  </a:cubicBezTo>
                  <a:lnTo>
                    <a:pt x="117253" y="162401"/>
                  </a:lnTo>
                  <a:lnTo>
                    <a:pt x="103156" y="162401"/>
                  </a:lnTo>
                  <a:lnTo>
                    <a:pt x="103156" y="143732"/>
                  </a:lnTo>
                  <a:cubicBezTo>
                    <a:pt x="103156" y="126587"/>
                    <a:pt x="117158" y="112586"/>
                    <a:pt x="134303" y="112586"/>
                  </a:cubicBezTo>
                  <a:lnTo>
                    <a:pt x="157543" y="112586"/>
                  </a:lnTo>
                  <a:cubicBezTo>
                    <a:pt x="174688" y="112586"/>
                    <a:pt x="188690" y="126587"/>
                    <a:pt x="188690" y="143732"/>
                  </a:cubicBezTo>
                  <a:lnTo>
                    <a:pt x="188690" y="16240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" name="Велотранспорт" hidden="1">
            <a:extLst>
              <a:ext uri="{FF2B5EF4-FFF2-40B4-BE49-F238E27FC236}">
                <a16:creationId xmlns:a16="http://schemas.microsoft.com/office/drawing/2014/main" id="{42BC8E2A-4C4B-53CE-3699-0B35070EA8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54294" y="6387627"/>
            <a:ext cx="966204" cy="321812"/>
            <a:chOff x="5495924" y="3229927"/>
            <a:chExt cx="1201102" cy="400049"/>
          </a:xfrm>
          <a:solidFill>
            <a:srgbClr val="87C2A2"/>
          </a:solidFill>
        </p:grpSpPr>
        <p:sp>
          <p:nvSpPr>
            <p:cNvPr id="4" name="Полилиния: фигура 3">
              <a:extLst>
                <a:ext uri="{FF2B5EF4-FFF2-40B4-BE49-F238E27FC236}">
                  <a16:creationId xmlns:a16="http://schemas.microsoft.com/office/drawing/2014/main" id="{D5DFD6D8-240C-E8D6-542A-C78D13B9044E}"/>
                </a:ext>
              </a:extLst>
            </p:cNvPr>
            <p:cNvSpPr/>
            <p:nvPr/>
          </p:nvSpPr>
          <p:spPr>
            <a:xfrm>
              <a:off x="5615549" y="3322320"/>
              <a:ext cx="91830" cy="116389"/>
            </a:xfrm>
            <a:custGeom>
              <a:avLst/>
              <a:gdLst>
                <a:gd name="connsiteX0" fmla="*/ 56588 w 91830"/>
                <a:gd name="connsiteY0" fmla="*/ 58102 h 116389"/>
                <a:gd name="connsiteX1" fmla="*/ 36585 w 91830"/>
                <a:gd name="connsiteY1" fmla="*/ 46672 h 116389"/>
                <a:gd name="connsiteX2" fmla="*/ 59445 w 91830"/>
                <a:gd name="connsiteY2" fmla="*/ 38100 h 116389"/>
                <a:gd name="connsiteX3" fmla="*/ 77543 w 91830"/>
                <a:gd name="connsiteY3" fmla="*/ 60008 h 116389"/>
                <a:gd name="connsiteX4" fmla="*/ 91830 w 91830"/>
                <a:gd name="connsiteY4" fmla="*/ 53340 h 116389"/>
                <a:gd name="connsiteX5" fmla="*/ 61350 w 91830"/>
                <a:gd name="connsiteY5" fmla="*/ 0 h 116389"/>
                <a:gd name="connsiteX6" fmla="*/ 5153 w 91830"/>
                <a:gd name="connsiteY6" fmla="*/ 37147 h 116389"/>
                <a:gd name="connsiteX7" fmla="*/ 1343 w 91830"/>
                <a:gd name="connsiteY7" fmla="*/ 40958 h 116389"/>
                <a:gd name="connsiteX8" fmla="*/ 5153 w 91830"/>
                <a:gd name="connsiteY8" fmla="*/ 55245 h 116389"/>
                <a:gd name="connsiteX9" fmla="*/ 5153 w 91830"/>
                <a:gd name="connsiteY9" fmla="*/ 55245 h 116389"/>
                <a:gd name="connsiteX10" fmla="*/ 39443 w 91830"/>
                <a:gd name="connsiteY10" fmla="*/ 73343 h 116389"/>
                <a:gd name="connsiteX11" fmla="*/ 36585 w 91830"/>
                <a:gd name="connsiteY11" fmla="*/ 107633 h 116389"/>
                <a:gd name="connsiteX12" fmla="*/ 42300 w 91830"/>
                <a:gd name="connsiteY12" fmla="*/ 116205 h 116389"/>
                <a:gd name="connsiteX13" fmla="*/ 50873 w 91830"/>
                <a:gd name="connsiteY13" fmla="*/ 110490 h 116389"/>
                <a:gd name="connsiteX14" fmla="*/ 60398 w 91830"/>
                <a:gd name="connsiteY14" fmla="*/ 68580 h 116389"/>
                <a:gd name="connsiteX15" fmla="*/ 56588 w 91830"/>
                <a:gd name="connsiteY15" fmla="*/ 58102 h 11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1830" h="116389">
                  <a:moveTo>
                    <a:pt x="56588" y="58102"/>
                  </a:moveTo>
                  <a:lnTo>
                    <a:pt x="36585" y="46672"/>
                  </a:lnTo>
                  <a:lnTo>
                    <a:pt x="59445" y="38100"/>
                  </a:lnTo>
                  <a:lnTo>
                    <a:pt x="77543" y="60008"/>
                  </a:lnTo>
                  <a:cubicBezTo>
                    <a:pt x="82305" y="57150"/>
                    <a:pt x="87068" y="55245"/>
                    <a:pt x="91830" y="53340"/>
                  </a:cubicBezTo>
                  <a:lnTo>
                    <a:pt x="61350" y="0"/>
                  </a:lnTo>
                  <a:lnTo>
                    <a:pt x="5153" y="37147"/>
                  </a:lnTo>
                  <a:cubicBezTo>
                    <a:pt x="3248" y="38100"/>
                    <a:pt x="2295" y="39052"/>
                    <a:pt x="1343" y="40958"/>
                  </a:cubicBezTo>
                  <a:cubicBezTo>
                    <a:pt x="-1515" y="45720"/>
                    <a:pt x="390" y="52388"/>
                    <a:pt x="5153" y="55245"/>
                  </a:cubicBezTo>
                  <a:cubicBezTo>
                    <a:pt x="5153" y="55245"/>
                    <a:pt x="5153" y="55245"/>
                    <a:pt x="5153" y="55245"/>
                  </a:cubicBezTo>
                  <a:lnTo>
                    <a:pt x="39443" y="73343"/>
                  </a:lnTo>
                  <a:lnTo>
                    <a:pt x="36585" y="107633"/>
                  </a:lnTo>
                  <a:cubicBezTo>
                    <a:pt x="35633" y="111443"/>
                    <a:pt x="38490" y="115252"/>
                    <a:pt x="42300" y="116205"/>
                  </a:cubicBezTo>
                  <a:cubicBezTo>
                    <a:pt x="46110" y="117158"/>
                    <a:pt x="49920" y="114300"/>
                    <a:pt x="50873" y="110490"/>
                  </a:cubicBezTo>
                  <a:lnTo>
                    <a:pt x="60398" y="68580"/>
                  </a:lnTo>
                  <a:cubicBezTo>
                    <a:pt x="61350" y="64770"/>
                    <a:pt x="59445" y="60960"/>
                    <a:pt x="56588" y="5810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7D44A7AA-FD50-1DD7-86C3-7DC5CA6E4E18}"/>
                </a:ext>
              </a:extLst>
            </p:cNvPr>
            <p:cNvSpPr/>
            <p:nvPr/>
          </p:nvSpPr>
          <p:spPr>
            <a:xfrm>
              <a:off x="5570220" y="3385184"/>
              <a:ext cx="72389" cy="72390"/>
            </a:xfrm>
            <a:custGeom>
              <a:avLst/>
              <a:gdLst>
                <a:gd name="connsiteX0" fmla="*/ 36195 w 72389"/>
                <a:gd name="connsiteY0" fmla="*/ 0 h 72390"/>
                <a:gd name="connsiteX1" fmla="*/ 0 w 72389"/>
                <a:gd name="connsiteY1" fmla="*/ 36195 h 72390"/>
                <a:gd name="connsiteX2" fmla="*/ 36195 w 72389"/>
                <a:gd name="connsiteY2" fmla="*/ 72390 h 72390"/>
                <a:gd name="connsiteX3" fmla="*/ 72390 w 72389"/>
                <a:gd name="connsiteY3" fmla="*/ 36195 h 72390"/>
                <a:gd name="connsiteX4" fmla="*/ 72390 w 72389"/>
                <a:gd name="connsiteY4" fmla="*/ 36195 h 72390"/>
                <a:gd name="connsiteX5" fmla="*/ 36195 w 72389"/>
                <a:gd name="connsiteY5" fmla="*/ 0 h 72390"/>
                <a:gd name="connsiteX6" fmla="*/ 15240 w 72389"/>
                <a:gd name="connsiteY6" fmla="*/ 36195 h 72390"/>
                <a:gd name="connsiteX7" fmla="*/ 36195 w 72389"/>
                <a:gd name="connsiteY7" fmla="*/ 15240 h 72390"/>
                <a:gd name="connsiteX8" fmla="*/ 57150 w 72389"/>
                <a:gd name="connsiteY8" fmla="*/ 36195 h 72390"/>
                <a:gd name="connsiteX9" fmla="*/ 36195 w 72389"/>
                <a:gd name="connsiteY9" fmla="*/ 57150 h 72390"/>
                <a:gd name="connsiteX10" fmla="*/ 36195 w 72389"/>
                <a:gd name="connsiteY10" fmla="*/ 57150 h 72390"/>
                <a:gd name="connsiteX11" fmla="*/ 15240 w 72389"/>
                <a:gd name="connsiteY11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389" h="72390">
                  <a:moveTo>
                    <a:pt x="36195" y="0"/>
                  </a:moveTo>
                  <a:cubicBezTo>
                    <a:pt x="16192" y="0"/>
                    <a:pt x="0" y="16193"/>
                    <a:pt x="0" y="36195"/>
                  </a:cubicBezTo>
                  <a:cubicBezTo>
                    <a:pt x="0" y="56197"/>
                    <a:pt x="16192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Полилиния: фигура 5">
              <a:extLst>
                <a:ext uri="{FF2B5EF4-FFF2-40B4-BE49-F238E27FC236}">
                  <a16:creationId xmlns:a16="http://schemas.microsoft.com/office/drawing/2014/main" id="{38FEC9D9-159C-0EC9-B2D9-3CCBCB1674CA}"/>
                </a:ext>
              </a:extLst>
            </p:cNvPr>
            <p:cNvSpPr/>
            <p:nvPr/>
          </p:nvSpPr>
          <p:spPr>
            <a:xfrm>
              <a:off x="5681662" y="3385184"/>
              <a:ext cx="72390" cy="72390"/>
            </a:xfrm>
            <a:custGeom>
              <a:avLst/>
              <a:gdLst>
                <a:gd name="connsiteX0" fmla="*/ 36195 w 72390"/>
                <a:gd name="connsiteY0" fmla="*/ 0 h 72390"/>
                <a:gd name="connsiteX1" fmla="*/ 0 w 72390"/>
                <a:gd name="connsiteY1" fmla="*/ 36195 h 72390"/>
                <a:gd name="connsiteX2" fmla="*/ 36195 w 72390"/>
                <a:gd name="connsiteY2" fmla="*/ 72390 h 72390"/>
                <a:gd name="connsiteX3" fmla="*/ 72390 w 72390"/>
                <a:gd name="connsiteY3" fmla="*/ 36195 h 72390"/>
                <a:gd name="connsiteX4" fmla="*/ 72390 w 72390"/>
                <a:gd name="connsiteY4" fmla="*/ 36195 h 72390"/>
                <a:gd name="connsiteX5" fmla="*/ 36195 w 72390"/>
                <a:gd name="connsiteY5" fmla="*/ 0 h 72390"/>
                <a:gd name="connsiteX6" fmla="*/ 15240 w 72390"/>
                <a:gd name="connsiteY6" fmla="*/ 36195 h 72390"/>
                <a:gd name="connsiteX7" fmla="*/ 36195 w 72390"/>
                <a:gd name="connsiteY7" fmla="*/ 15240 h 72390"/>
                <a:gd name="connsiteX8" fmla="*/ 57150 w 72390"/>
                <a:gd name="connsiteY8" fmla="*/ 36195 h 72390"/>
                <a:gd name="connsiteX9" fmla="*/ 36195 w 72390"/>
                <a:gd name="connsiteY9" fmla="*/ 57150 h 72390"/>
                <a:gd name="connsiteX10" fmla="*/ 36195 w 72390"/>
                <a:gd name="connsiteY10" fmla="*/ 57150 h 72390"/>
                <a:gd name="connsiteX11" fmla="*/ 15240 w 72390"/>
                <a:gd name="connsiteY11" fmla="*/ 36195 h 72390"/>
                <a:gd name="connsiteX12" fmla="*/ 15240 w 72390"/>
                <a:gd name="connsiteY12" fmla="*/ 36195 h 72390"/>
                <a:gd name="connsiteX13" fmla="*/ 15240 w 72390"/>
                <a:gd name="connsiteY13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390" h="72390">
                  <a:moveTo>
                    <a:pt x="36195" y="0"/>
                  </a:moveTo>
                  <a:cubicBezTo>
                    <a:pt x="16193" y="0"/>
                    <a:pt x="0" y="16193"/>
                    <a:pt x="0" y="36195"/>
                  </a:cubicBezTo>
                  <a:cubicBezTo>
                    <a:pt x="0" y="56197"/>
                    <a:pt x="16193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ubicBezTo>
                    <a:pt x="15240" y="36195"/>
                    <a:pt x="15240" y="36195"/>
                    <a:pt x="15240" y="36195"/>
                  </a:cubicBezTo>
                  <a:lnTo>
                    <a:pt x="15240" y="3619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Полилиния: фигура 7">
              <a:extLst>
                <a:ext uri="{FF2B5EF4-FFF2-40B4-BE49-F238E27FC236}">
                  <a16:creationId xmlns:a16="http://schemas.microsoft.com/office/drawing/2014/main" id="{DAE50A6A-A4A4-4FAF-3646-22C002E36399}"/>
                </a:ext>
              </a:extLst>
            </p:cNvPr>
            <p:cNvSpPr/>
            <p:nvPr/>
          </p:nvSpPr>
          <p:spPr>
            <a:xfrm>
              <a:off x="5689282" y="3308984"/>
              <a:ext cx="32385" cy="32385"/>
            </a:xfrm>
            <a:custGeom>
              <a:avLst/>
              <a:gdLst>
                <a:gd name="connsiteX0" fmla="*/ 16193 w 32385"/>
                <a:gd name="connsiteY0" fmla="*/ 32385 h 32385"/>
                <a:gd name="connsiteX1" fmla="*/ 32385 w 32385"/>
                <a:gd name="connsiteY1" fmla="*/ 16193 h 32385"/>
                <a:gd name="connsiteX2" fmla="*/ 16193 w 32385"/>
                <a:gd name="connsiteY2" fmla="*/ 0 h 32385"/>
                <a:gd name="connsiteX3" fmla="*/ 0 w 32385"/>
                <a:gd name="connsiteY3" fmla="*/ 16193 h 32385"/>
                <a:gd name="connsiteX4" fmla="*/ 0 w 32385"/>
                <a:gd name="connsiteY4" fmla="*/ 16193 h 32385"/>
                <a:gd name="connsiteX5" fmla="*/ 16193 w 32385"/>
                <a:gd name="connsiteY5" fmla="*/ 32385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85" h="32385">
                  <a:moveTo>
                    <a:pt x="16193" y="32385"/>
                  </a:moveTo>
                  <a:cubicBezTo>
                    <a:pt x="24765" y="32385"/>
                    <a:pt x="32385" y="24765"/>
                    <a:pt x="32385" y="16193"/>
                  </a:cubicBezTo>
                  <a:cubicBezTo>
                    <a:pt x="32385" y="7620"/>
                    <a:pt x="24765" y="0"/>
                    <a:pt x="16193" y="0"/>
                  </a:cubicBezTo>
                  <a:cubicBezTo>
                    <a:pt x="7620" y="0"/>
                    <a:pt x="0" y="7620"/>
                    <a:pt x="0" y="16193"/>
                  </a:cubicBezTo>
                  <a:lnTo>
                    <a:pt x="0" y="16193"/>
                  </a:lnTo>
                  <a:cubicBezTo>
                    <a:pt x="0" y="25718"/>
                    <a:pt x="7620" y="32385"/>
                    <a:pt x="16193" y="3238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393ADE9E-CE33-D64D-17AE-B675FEE18347}"/>
                </a:ext>
              </a:extLst>
            </p:cNvPr>
            <p:cNvSpPr/>
            <p:nvPr/>
          </p:nvSpPr>
          <p:spPr>
            <a:xfrm>
              <a:off x="5495924" y="3229927"/>
              <a:ext cx="331470" cy="400049"/>
            </a:xfrm>
            <a:custGeom>
              <a:avLst/>
              <a:gdLst>
                <a:gd name="connsiteX0" fmla="*/ 146685 w 331470"/>
                <a:gd name="connsiteY0" fmla="*/ 381000 h 400049"/>
                <a:gd name="connsiteX1" fmla="*/ 165735 w 331470"/>
                <a:gd name="connsiteY1" fmla="*/ 400050 h 400049"/>
                <a:gd name="connsiteX2" fmla="*/ 282893 w 331470"/>
                <a:gd name="connsiteY2" fmla="*/ 282893 h 400049"/>
                <a:gd name="connsiteX3" fmla="*/ 282893 w 331470"/>
                <a:gd name="connsiteY3" fmla="*/ 48578 h 400049"/>
                <a:gd name="connsiteX4" fmla="*/ 48578 w 331470"/>
                <a:gd name="connsiteY4" fmla="*/ 48578 h 400049"/>
                <a:gd name="connsiteX5" fmla="*/ 48578 w 331470"/>
                <a:gd name="connsiteY5" fmla="*/ 282893 h 400049"/>
                <a:gd name="connsiteX6" fmla="*/ 58103 w 331470"/>
                <a:gd name="connsiteY6" fmla="*/ 286703 h 400049"/>
                <a:gd name="connsiteX7" fmla="*/ 71438 w 331470"/>
                <a:gd name="connsiteY7" fmla="*/ 273368 h 400049"/>
                <a:gd name="connsiteX8" fmla="*/ 67628 w 331470"/>
                <a:gd name="connsiteY8" fmla="*/ 262890 h 400049"/>
                <a:gd name="connsiteX9" fmla="*/ 67628 w 331470"/>
                <a:gd name="connsiteY9" fmla="*/ 66675 h 400049"/>
                <a:gd name="connsiteX10" fmla="*/ 263843 w 331470"/>
                <a:gd name="connsiteY10" fmla="*/ 66675 h 400049"/>
                <a:gd name="connsiteX11" fmla="*/ 263843 w 331470"/>
                <a:gd name="connsiteY11" fmla="*/ 262890 h 400049"/>
                <a:gd name="connsiteX12" fmla="*/ 146685 w 331470"/>
                <a:gd name="connsiteY12" fmla="*/ 381000 h 40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470" h="400049">
                  <a:moveTo>
                    <a:pt x="146685" y="381000"/>
                  </a:moveTo>
                  <a:lnTo>
                    <a:pt x="165735" y="400050"/>
                  </a:lnTo>
                  <a:lnTo>
                    <a:pt x="282893" y="282893"/>
                  </a:lnTo>
                  <a:cubicBezTo>
                    <a:pt x="347663" y="218123"/>
                    <a:pt x="347663" y="112395"/>
                    <a:pt x="282893" y="48578"/>
                  </a:cubicBezTo>
                  <a:cubicBezTo>
                    <a:pt x="218123" y="-16193"/>
                    <a:pt x="112395" y="-16193"/>
                    <a:pt x="48578" y="48578"/>
                  </a:cubicBezTo>
                  <a:cubicBezTo>
                    <a:pt x="-16193" y="113348"/>
                    <a:pt x="-16193" y="218123"/>
                    <a:pt x="48578" y="282893"/>
                  </a:cubicBezTo>
                  <a:cubicBezTo>
                    <a:pt x="51435" y="285750"/>
                    <a:pt x="54293" y="286703"/>
                    <a:pt x="58103" y="286703"/>
                  </a:cubicBezTo>
                  <a:cubicBezTo>
                    <a:pt x="65723" y="286703"/>
                    <a:pt x="71438" y="280988"/>
                    <a:pt x="71438" y="273368"/>
                  </a:cubicBezTo>
                  <a:cubicBezTo>
                    <a:pt x="71438" y="269558"/>
                    <a:pt x="69533" y="265748"/>
                    <a:pt x="67628" y="262890"/>
                  </a:cubicBezTo>
                  <a:cubicBezTo>
                    <a:pt x="13335" y="208598"/>
                    <a:pt x="13335" y="120015"/>
                    <a:pt x="67628" y="66675"/>
                  </a:cubicBezTo>
                  <a:cubicBezTo>
                    <a:pt x="121920" y="12383"/>
                    <a:pt x="210503" y="12383"/>
                    <a:pt x="263843" y="66675"/>
                  </a:cubicBezTo>
                  <a:cubicBezTo>
                    <a:pt x="318135" y="120968"/>
                    <a:pt x="318135" y="208598"/>
                    <a:pt x="263843" y="262890"/>
                  </a:cubicBezTo>
                  <a:lnTo>
                    <a:pt x="146685" y="38100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C222BF95-7DCC-E539-F3DF-E6994629B889}"/>
                </a:ext>
              </a:extLst>
            </p:cNvPr>
            <p:cNvSpPr/>
            <p:nvPr/>
          </p:nvSpPr>
          <p:spPr>
            <a:xfrm>
              <a:off x="5912167" y="3362325"/>
              <a:ext cx="58193" cy="75247"/>
            </a:xfrm>
            <a:custGeom>
              <a:avLst/>
              <a:gdLst>
                <a:gd name="connsiteX0" fmla="*/ 0 w 58193"/>
                <a:gd name="connsiteY0" fmla="*/ 0 h 75247"/>
                <a:gd name="connsiteX1" fmla="*/ 30480 w 58193"/>
                <a:gd name="connsiteY1" fmla="*/ 0 h 75247"/>
                <a:gd name="connsiteX2" fmla="*/ 52388 w 58193"/>
                <a:gd name="connsiteY2" fmla="*/ 18097 h 75247"/>
                <a:gd name="connsiteX3" fmla="*/ 43815 w 58193"/>
                <a:gd name="connsiteY3" fmla="*/ 33338 h 75247"/>
                <a:gd name="connsiteX4" fmla="*/ 43815 w 58193"/>
                <a:gd name="connsiteY4" fmla="*/ 33338 h 75247"/>
                <a:gd name="connsiteX5" fmla="*/ 58102 w 58193"/>
                <a:gd name="connsiteY5" fmla="*/ 52388 h 75247"/>
                <a:gd name="connsiteX6" fmla="*/ 34290 w 58193"/>
                <a:gd name="connsiteY6" fmla="*/ 75248 h 75247"/>
                <a:gd name="connsiteX7" fmla="*/ 32385 w 58193"/>
                <a:gd name="connsiteY7" fmla="*/ 75248 h 75247"/>
                <a:gd name="connsiteX8" fmla="*/ 0 w 58193"/>
                <a:gd name="connsiteY8" fmla="*/ 75248 h 75247"/>
                <a:gd name="connsiteX9" fmla="*/ 0 w 58193"/>
                <a:gd name="connsiteY9" fmla="*/ 0 h 75247"/>
                <a:gd name="connsiteX10" fmla="*/ 27622 w 58193"/>
                <a:gd name="connsiteY10" fmla="*/ 29528 h 75247"/>
                <a:gd name="connsiteX11" fmla="*/ 36195 w 58193"/>
                <a:gd name="connsiteY11" fmla="*/ 21907 h 75247"/>
                <a:gd name="connsiteX12" fmla="*/ 27622 w 58193"/>
                <a:gd name="connsiteY12" fmla="*/ 14288 h 75247"/>
                <a:gd name="connsiteX13" fmla="*/ 27622 w 58193"/>
                <a:gd name="connsiteY13" fmla="*/ 14288 h 75247"/>
                <a:gd name="connsiteX14" fmla="*/ 16193 w 58193"/>
                <a:gd name="connsiteY14" fmla="*/ 14288 h 75247"/>
                <a:gd name="connsiteX15" fmla="*/ 16193 w 58193"/>
                <a:gd name="connsiteY15" fmla="*/ 29528 h 75247"/>
                <a:gd name="connsiteX16" fmla="*/ 27622 w 58193"/>
                <a:gd name="connsiteY16" fmla="*/ 29528 h 75247"/>
                <a:gd name="connsiteX17" fmla="*/ 30480 w 58193"/>
                <a:gd name="connsiteY17" fmla="*/ 60960 h 75247"/>
                <a:gd name="connsiteX18" fmla="*/ 40005 w 58193"/>
                <a:gd name="connsiteY18" fmla="*/ 51435 h 75247"/>
                <a:gd name="connsiteX19" fmla="*/ 30480 w 58193"/>
                <a:gd name="connsiteY19" fmla="*/ 41910 h 75247"/>
                <a:gd name="connsiteX20" fmla="*/ 16193 w 58193"/>
                <a:gd name="connsiteY20" fmla="*/ 41910 h 75247"/>
                <a:gd name="connsiteX21" fmla="*/ 16193 w 58193"/>
                <a:gd name="connsiteY21" fmla="*/ 60960 h 75247"/>
                <a:gd name="connsiteX22" fmla="*/ 30480 w 58193"/>
                <a:gd name="connsiteY22" fmla="*/ 60960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8193" h="75247">
                  <a:moveTo>
                    <a:pt x="0" y="0"/>
                  </a:moveTo>
                  <a:lnTo>
                    <a:pt x="30480" y="0"/>
                  </a:lnTo>
                  <a:cubicBezTo>
                    <a:pt x="44768" y="0"/>
                    <a:pt x="52388" y="8572"/>
                    <a:pt x="52388" y="18097"/>
                  </a:cubicBezTo>
                  <a:cubicBezTo>
                    <a:pt x="52388" y="23813"/>
                    <a:pt x="49530" y="29528"/>
                    <a:pt x="43815" y="33338"/>
                  </a:cubicBezTo>
                  <a:lnTo>
                    <a:pt x="43815" y="33338"/>
                  </a:lnTo>
                  <a:cubicBezTo>
                    <a:pt x="52388" y="35243"/>
                    <a:pt x="59055" y="43815"/>
                    <a:pt x="58102" y="52388"/>
                  </a:cubicBezTo>
                  <a:cubicBezTo>
                    <a:pt x="58102" y="65723"/>
                    <a:pt x="46672" y="75248"/>
                    <a:pt x="34290" y="75248"/>
                  </a:cubicBezTo>
                  <a:cubicBezTo>
                    <a:pt x="33338" y="75248"/>
                    <a:pt x="33338" y="75248"/>
                    <a:pt x="32385" y="75248"/>
                  </a:cubicBezTo>
                  <a:lnTo>
                    <a:pt x="0" y="75248"/>
                  </a:lnTo>
                  <a:lnTo>
                    <a:pt x="0" y="0"/>
                  </a:lnTo>
                  <a:close/>
                  <a:moveTo>
                    <a:pt x="27622" y="29528"/>
                  </a:moveTo>
                  <a:cubicBezTo>
                    <a:pt x="32385" y="29528"/>
                    <a:pt x="35243" y="26670"/>
                    <a:pt x="36195" y="21907"/>
                  </a:cubicBezTo>
                  <a:cubicBezTo>
                    <a:pt x="36195" y="17145"/>
                    <a:pt x="32385" y="14288"/>
                    <a:pt x="27622" y="14288"/>
                  </a:cubicBezTo>
                  <a:cubicBezTo>
                    <a:pt x="27622" y="14288"/>
                    <a:pt x="27622" y="14288"/>
                    <a:pt x="27622" y="14288"/>
                  </a:cubicBezTo>
                  <a:lnTo>
                    <a:pt x="16193" y="14288"/>
                  </a:lnTo>
                  <a:lnTo>
                    <a:pt x="16193" y="29528"/>
                  </a:lnTo>
                  <a:lnTo>
                    <a:pt x="27622" y="29528"/>
                  </a:lnTo>
                  <a:close/>
                  <a:moveTo>
                    <a:pt x="30480" y="60960"/>
                  </a:moveTo>
                  <a:cubicBezTo>
                    <a:pt x="36195" y="60960"/>
                    <a:pt x="40005" y="57150"/>
                    <a:pt x="40005" y="51435"/>
                  </a:cubicBezTo>
                  <a:cubicBezTo>
                    <a:pt x="40005" y="45720"/>
                    <a:pt x="36195" y="41910"/>
                    <a:pt x="30480" y="41910"/>
                  </a:cubicBezTo>
                  <a:lnTo>
                    <a:pt x="16193" y="41910"/>
                  </a:lnTo>
                  <a:lnTo>
                    <a:pt x="16193" y="60960"/>
                  </a:lnTo>
                  <a:lnTo>
                    <a:pt x="30480" y="609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AA12C8AF-D29C-FC1C-9F3E-387840B175B3}"/>
                </a:ext>
              </a:extLst>
            </p:cNvPr>
            <p:cNvSpPr/>
            <p:nvPr/>
          </p:nvSpPr>
          <p:spPr>
            <a:xfrm>
              <a:off x="5978782" y="3381375"/>
              <a:ext cx="52447" cy="56343"/>
            </a:xfrm>
            <a:custGeom>
              <a:avLst/>
              <a:gdLst>
                <a:gd name="connsiteX0" fmla="*/ 60 w 52447"/>
                <a:gd name="connsiteY0" fmla="*/ 28575 h 56343"/>
                <a:gd name="connsiteX1" fmla="*/ 23873 w 52447"/>
                <a:gd name="connsiteY1" fmla="*/ 0 h 56343"/>
                <a:gd name="connsiteX2" fmla="*/ 26730 w 52447"/>
                <a:gd name="connsiteY2" fmla="*/ 0 h 56343"/>
                <a:gd name="connsiteX3" fmla="*/ 52448 w 52447"/>
                <a:gd name="connsiteY3" fmla="*/ 29528 h 56343"/>
                <a:gd name="connsiteX4" fmla="*/ 52448 w 52447"/>
                <a:gd name="connsiteY4" fmla="*/ 33338 h 56343"/>
                <a:gd name="connsiteX5" fmla="*/ 16253 w 52447"/>
                <a:gd name="connsiteY5" fmla="*/ 33338 h 56343"/>
                <a:gd name="connsiteX6" fmla="*/ 28635 w 52447"/>
                <a:gd name="connsiteY6" fmla="*/ 42863 h 56343"/>
                <a:gd name="connsiteX7" fmla="*/ 40065 w 52447"/>
                <a:gd name="connsiteY7" fmla="*/ 38100 h 56343"/>
                <a:gd name="connsiteX8" fmla="*/ 50543 w 52447"/>
                <a:gd name="connsiteY8" fmla="*/ 47625 h 56343"/>
                <a:gd name="connsiteX9" fmla="*/ 27683 w 52447"/>
                <a:gd name="connsiteY9" fmla="*/ 56197 h 56343"/>
                <a:gd name="connsiteX10" fmla="*/ 60 w 52447"/>
                <a:gd name="connsiteY10" fmla="*/ 29528 h 56343"/>
                <a:gd name="connsiteX11" fmla="*/ 60 w 52447"/>
                <a:gd name="connsiteY11" fmla="*/ 28575 h 56343"/>
                <a:gd name="connsiteX12" fmla="*/ 36255 w 52447"/>
                <a:gd name="connsiteY12" fmla="*/ 22860 h 56343"/>
                <a:gd name="connsiteX13" fmla="*/ 26730 w 52447"/>
                <a:gd name="connsiteY13" fmla="*/ 13335 h 56343"/>
                <a:gd name="connsiteX14" fmla="*/ 17205 w 52447"/>
                <a:gd name="connsiteY14" fmla="*/ 22860 h 56343"/>
                <a:gd name="connsiteX15" fmla="*/ 36255 w 52447"/>
                <a:gd name="connsiteY15" fmla="*/ 22860 h 5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447" h="56343">
                  <a:moveTo>
                    <a:pt x="60" y="28575"/>
                  </a:moveTo>
                  <a:cubicBezTo>
                    <a:pt x="-892" y="14288"/>
                    <a:pt x="9585" y="953"/>
                    <a:pt x="23873" y="0"/>
                  </a:cubicBezTo>
                  <a:cubicBezTo>
                    <a:pt x="24825" y="0"/>
                    <a:pt x="25778" y="0"/>
                    <a:pt x="26730" y="0"/>
                  </a:cubicBezTo>
                  <a:cubicBezTo>
                    <a:pt x="41018" y="0"/>
                    <a:pt x="52448" y="8572"/>
                    <a:pt x="52448" y="29528"/>
                  </a:cubicBezTo>
                  <a:lnTo>
                    <a:pt x="52448" y="33338"/>
                  </a:lnTo>
                  <a:lnTo>
                    <a:pt x="16253" y="33338"/>
                  </a:lnTo>
                  <a:cubicBezTo>
                    <a:pt x="17205" y="39053"/>
                    <a:pt x="22920" y="43815"/>
                    <a:pt x="28635" y="42863"/>
                  </a:cubicBezTo>
                  <a:cubicBezTo>
                    <a:pt x="33398" y="42863"/>
                    <a:pt x="37208" y="40957"/>
                    <a:pt x="40065" y="38100"/>
                  </a:cubicBezTo>
                  <a:lnTo>
                    <a:pt x="50543" y="47625"/>
                  </a:lnTo>
                  <a:cubicBezTo>
                    <a:pt x="44828" y="53340"/>
                    <a:pt x="36255" y="57150"/>
                    <a:pt x="27683" y="56197"/>
                  </a:cubicBezTo>
                  <a:cubicBezTo>
                    <a:pt x="12443" y="56197"/>
                    <a:pt x="1013" y="44768"/>
                    <a:pt x="60" y="29528"/>
                  </a:cubicBezTo>
                  <a:cubicBezTo>
                    <a:pt x="60" y="30480"/>
                    <a:pt x="60" y="29528"/>
                    <a:pt x="60" y="28575"/>
                  </a:cubicBezTo>
                  <a:close/>
                  <a:moveTo>
                    <a:pt x="36255" y="22860"/>
                  </a:moveTo>
                  <a:cubicBezTo>
                    <a:pt x="36255" y="17145"/>
                    <a:pt x="32445" y="13335"/>
                    <a:pt x="26730" y="13335"/>
                  </a:cubicBezTo>
                  <a:cubicBezTo>
                    <a:pt x="21968" y="13335"/>
                    <a:pt x="17205" y="18097"/>
                    <a:pt x="17205" y="22860"/>
                  </a:cubicBezTo>
                  <a:lnTo>
                    <a:pt x="36255" y="228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11ADDA6A-1FB2-1F59-BDF8-2559E39FDEA6}"/>
                </a:ext>
              </a:extLst>
            </p:cNvPr>
            <p:cNvSpPr/>
            <p:nvPr/>
          </p:nvSpPr>
          <p:spPr>
            <a:xfrm>
              <a:off x="6036944" y="3384232"/>
              <a:ext cx="53340" cy="54292"/>
            </a:xfrm>
            <a:custGeom>
              <a:avLst/>
              <a:gdLst>
                <a:gd name="connsiteX0" fmla="*/ 0 w 53340"/>
                <a:gd name="connsiteY0" fmla="*/ 53340 h 54292"/>
                <a:gd name="connsiteX1" fmla="*/ 0 w 53340"/>
                <a:gd name="connsiteY1" fmla="*/ 41910 h 54292"/>
                <a:gd name="connsiteX2" fmla="*/ 2857 w 53340"/>
                <a:gd name="connsiteY2" fmla="*/ 42863 h 54292"/>
                <a:gd name="connsiteX3" fmla="*/ 8573 w 53340"/>
                <a:gd name="connsiteY3" fmla="*/ 30480 h 54292"/>
                <a:gd name="connsiteX4" fmla="*/ 9525 w 53340"/>
                <a:gd name="connsiteY4" fmla="*/ 0 h 54292"/>
                <a:gd name="connsiteX5" fmla="*/ 53340 w 53340"/>
                <a:gd name="connsiteY5" fmla="*/ 0 h 54292"/>
                <a:gd name="connsiteX6" fmla="*/ 53340 w 53340"/>
                <a:gd name="connsiteY6" fmla="*/ 54293 h 54292"/>
                <a:gd name="connsiteX7" fmla="*/ 38100 w 53340"/>
                <a:gd name="connsiteY7" fmla="*/ 54293 h 54292"/>
                <a:gd name="connsiteX8" fmla="*/ 38100 w 53340"/>
                <a:gd name="connsiteY8" fmla="*/ 14288 h 54292"/>
                <a:gd name="connsiteX9" fmla="*/ 23813 w 53340"/>
                <a:gd name="connsiteY9" fmla="*/ 14288 h 54292"/>
                <a:gd name="connsiteX10" fmla="*/ 22860 w 53340"/>
                <a:gd name="connsiteY10" fmla="*/ 30480 h 54292"/>
                <a:gd name="connsiteX11" fmla="*/ 6668 w 53340"/>
                <a:gd name="connsiteY11" fmla="*/ 54293 h 54292"/>
                <a:gd name="connsiteX12" fmla="*/ 0 w 53340"/>
                <a:gd name="connsiteY12" fmla="*/ 5334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340" h="54292">
                  <a:moveTo>
                    <a:pt x="0" y="53340"/>
                  </a:moveTo>
                  <a:lnTo>
                    <a:pt x="0" y="41910"/>
                  </a:lnTo>
                  <a:cubicBezTo>
                    <a:pt x="953" y="41910"/>
                    <a:pt x="1905" y="42863"/>
                    <a:pt x="2857" y="42863"/>
                  </a:cubicBezTo>
                  <a:cubicBezTo>
                    <a:pt x="6668" y="42863"/>
                    <a:pt x="7620" y="40005"/>
                    <a:pt x="8573" y="30480"/>
                  </a:cubicBezTo>
                  <a:cubicBezTo>
                    <a:pt x="9525" y="11430"/>
                    <a:pt x="9525" y="0"/>
                    <a:pt x="9525" y="0"/>
                  </a:cubicBezTo>
                  <a:lnTo>
                    <a:pt x="53340" y="0"/>
                  </a:lnTo>
                  <a:lnTo>
                    <a:pt x="53340" y="54293"/>
                  </a:lnTo>
                  <a:lnTo>
                    <a:pt x="38100" y="54293"/>
                  </a:lnTo>
                  <a:lnTo>
                    <a:pt x="38100" y="14288"/>
                  </a:lnTo>
                  <a:lnTo>
                    <a:pt x="23813" y="14288"/>
                  </a:lnTo>
                  <a:cubicBezTo>
                    <a:pt x="23813" y="18098"/>
                    <a:pt x="23813" y="23813"/>
                    <a:pt x="22860" y="30480"/>
                  </a:cubicBezTo>
                  <a:cubicBezTo>
                    <a:pt x="21907" y="44768"/>
                    <a:pt x="19050" y="54293"/>
                    <a:pt x="6668" y="54293"/>
                  </a:cubicBezTo>
                  <a:cubicBezTo>
                    <a:pt x="3810" y="54293"/>
                    <a:pt x="1905" y="53340"/>
                    <a:pt x="0" y="53340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A0FFDCAD-5E42-7C89-780C-DB6246B6EBB1}"/>
                </a:ext>
              </a:extLst>
            </p:cNvPr>
            <p:cNvSpPr/>
            <p:nvPr/>
          </p:nvSpPr>
          <p:spPr>
            <a:xfrm>
              <a:off x="6101714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3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296" h="55351">
                  <a:moveTo>
                    <a:pt x="0" y="26722"/>
                  </a:moveTo>
                  <a:cubicBezTo>
                    <a:pt x="953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3" y="43867"/>
                    <a:pt x="42863" y="55297"/>
                    <a:pt x="27623" y="55297"/>
                  </a:cubicBezTo>
                  <a:cubicBezTo>
                    <a:pt x="13335" y="56249"/>
                    <a:pt x="953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5243" y="12434"/>
                    <a:pt x="27623" y="12434"/>
                  </a:cubicBezTo>
                  <a:cubicBezTo>
                    <a:pt x="20002" y="12434"/>
                    <a:pt x="16193" y="18149"/>
                    <a:pt x="16193" y="26722"/>
                  </a:cubicBezTo>
                  <a:cubicBezTo>
                    <a:pt x="16193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54A041E6-9D70-C897-1063-ADD9FAB5BC38}"/>
                </a:ext>
              </a:extLst>
            </p:cNvPr>
            <p:cNvSpPr/>
            <p:nvPr/>
          </p:nvSpPr>
          <p:spPr>
            <a:xfrm>
              <a:off x="6162675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1433 w 48577"/>
                <a:gd name="connsiteY5" fmla="*/ 13335 h 53339"/>
                <a:gd name="connsiteX6" fmla="*/ 31433 w 48577"/>
                <a:gd name="connsiteY6" fmla="*/ 53340 h 53339"/>
                <a:gd name="connsiteX7" fmla="*/ 16192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1433" y="13335"/>
                  </a:lnTo>
                  <a:lnTo>
                    <a:pt x="31433" y="53340"/>
                  </a:lnTo>
                  <a:lnTo>
                    <a:pt x="16192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41D06781-34B6-87D7-2082-022F94963B9F}"/>
                </a:ext>
              </a:extLst>
            </p:cNvPr>
            <p:cNvSpPr/>
            <p:nvPr/>
          </p:nvSpPr>
          <p:spPr>
            <a:xfrm>
              <a:off x="6219825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6670 w 55468"/>
                <a:gd name="connsiteY14" fmla="*/ 41910 h 74294"/>
                <a:gd name="connsiteX15" fmla="*/ 42863 w 55468"/>
                <a:gd name="connsiteY15" fmla="*/ 29528 h 74294"/>
                <a:gd name="connsiteX16" fmla="*/ 30480 w 55468"/>
                <a:gd name="connsiteY16" fmla="*/ 13335 h 74294"/>
                <a:gd name="connsiteX17" fmla="*/ 14288 w 55468"/>
                <a:gd name="connsiteY17" fmla="*/ 25717 h 74294"/>
                <a:gd name="connsiteX18" fmla="*/ 14288 w 55468"/>
                <a:gd name="connsiteY18" fmla="*/ 27622 h 74294"/>
                <a:gd name="connsiteX19" fmla="*/ 26670 w 55468"/>
                <a:gd name="connsiteY19" fmla="*/ 41910 h 74294"/>
                <a:gd name="connsiteX20" fmla="*/ 26670 w 55468"/>
                <a:gd name="connsiteY20" fmla="*/ 41910 h 74294"/>
                <a:gd name="connsiteX21" fmla="*/ 26670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6670" y="41910"/>
                  </a:moveTo>
                  <a:cubicBezTo>
                    <a:pt x="34290" y="42863"/>
                    <a:pt x="41910" y="38100"/>
                    <a:pt x="42863" y="29528"/>
                  </a:cubicBezTo>
                  <a:cubicBezTo>
                    <a:pt x="43815" y="20955"/>
                    <a:pt x="39052" y="14288"/>
                    <a:pt x="30480" y="13335"/>
                  </a:cubicBezTo>
                  <a:cubicBezTo>
                    <a:pt x="21908" y="12382"/>
                    <a:pt x="15240" y="17145"/>
                    <a:pt x="14288" y="25717"/>
                  </a:cubicBezTo>
                  <a:cubicBezTo>
                    <a:pt x="14288" y="26670"/>
                    <a:pt x="14288" y="26670"/>
                    <a:pt x="14288" y="27622"/>
                  </a:cubicBezTo>
                  <a:cubicBezTo>
                    <a:pt x="13335" y="35242"/>
                    <a:pt x="19050" y="40957"/>
                    <a:pt x="26670" y="41910"/>
                  </a:cubicBezTo>
                  <a:cubicBezTo>
                    <a:pt x="25717" y="41910"/>
                    <a:pt x="25717" y="41910"/>
                    <a:pt x="26670" y="41910"/>
                  </a:cubicBezTo>
                  <a:lnTo>
                    <a:pt x="26670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EB74048F-F597-2F8A-2834-06899DE12A51}"/>
                </a:ext>
              </a:extLst>
            </p:cNvPr>
            <p:cNvSpPr/>
            <p:nvPr/>
          </p:nvSpPr>
          <p:spPr>
            <a:xfrm>
              <a:off x="6281737" y="3381109"/>
              <a:ext cx="49529" cy="56645"/>
            </a:xfrm>
            <a:custGeom>
              <a:avLst/>
              <a:gdLst>
                <a:gd name="connsiteX0" fmla="*/ 0 w 49529"/>
                <a:gd name="connsiteY0" fmla="*/ 39318 h 56645"/>
                <a:gd name="connsiteX1" fmla="*/ 23813 w 49529"/>
                <a:gd name="connsiteY1" fmla="*/ 21221 h 56645"/>
                <a:gd name="connsiteX2" fmla="*/ 33338 w 49529"/>
                <a:gd name="connsiteY2" fmla="*/ 22173 h 56645"/>
                <a:gd name="connsiteX3" fmla="*/ 33338 w 49529"/>
                <a:gd name="connsiteY3" fmla="*/ 21221 h 56645"/>
                <a:gd name="connsiteX4" fmla="*/ 24765 w 49529"/>
                <a:gd name="connsiteY4" fmla="*/ 14553 h 56645"/>
                <a:gd name="connsiteX5" fmla="*/ 12383 w 49529"/>
                <a:gd name="connsiteY5" fmla="*/ 18363 h 56645"/>
                <a:gd name="connsiteX6" fmla="*/ 2858 w 49529"/>
                <a:gd name="connsiteY6" fmla="*/ 8838 h 56645"/>
                <a:gd name="connsiteX7" fmla="*/ 25717 w 49529"/>
                <a:gd name="connsiteY7" fmla="*/ 266 h 56645"/>
                <a:gd name="connsiteX8" fmla="*/ 49530 w 49529"/>
                <a:gd name="connsiteY8" fmla="*/ 18363 h 56645"/>
                <a:gd name="connsiteX9" fmla="*/ 49530 w 49529"/>
                <a:gd name="connsiteY9" fmla="*/ 21221 h 56645"/>
                <a:gd name="connsiteX10" fmla="*/ 49530 w 49529"/>
                <a:gd name="connsiteY10" fmla="*/ 55511 h 56645"/>
                <a:gd name="connsiteX11" fmla="*/ 33338 w 49529"/>
                <a:gd name="connsiteY11" fmla="*/ 55511 h 56645"/>
                <a:gd name="connsiteX12" fmla="*/ 33338 w 49529"/>
                <a:gd name="connsiteY12" fmla="*/ 49796 h 56645"/>
                <a:gd name="connsiteX13" fmla="*/ 33338 w 49529"/>
                <a:gd name="connsiteY13" fmla="*/ 49796 h 56645"/>
                <a:gd name="connsiteX14" fmla="*/ 19050 w 49529"/>
                <a:gd name="connsiteY14" fmla="*/ 56463 h 56645"/>
                <a:gd name="connsiteX15" fmla="*/ 0 w 49529"/>
                <a:gd name="connsiteY15" fmla="*/ 39318 h 56645"/>
                <a:gd name="connsiteX16" fmla="*/ 0 w 49529"/>
                <a:gd name="connsiteY16" fmla="*/ 39318 h 56645"/>
                <a:gd name="connsiteX17" fmla="*/ 33338 w 49529"/>
                <a:gd name="connsiteY17" fmla="*/ 35508 h 56645"/>
                <a:gd name="connsiteX18" fmla="*/ 33338 w 49529"/>
                <a:gd name="connsiteY18" fmla="*/ 33603 h 56645"/>
                <a:gd name="connsiteX19" fmla="*/ 26670 w 49529"/>
                <a:gd name="connsiteY19" fmla="*/ 32651 h 56645"/>
                <a:gd name="connsiteX20" fmla="*/ 16192 w 49529"/>
                <a:gd name="connsiteY20" fmla="*/ 38366 h 56645"/>
                <a:gd name="connsiteX21" fmla="*/ 23813 w 49529"/>
                <a:gd name="connsiteY21" fmla="*/ 44081 h 56645"/>
                <a:gd name="connsiteX22" fmla="*/ 33338 w 49529"/>
                <a:gd name="connsiteY22" fmla="*/ 35508 h 56645"/>
                <a:gd name="connsiteX23" fmla="*/ 33338 w 49529"/>
                <a:gd name="connsiteY23" fmla="*/ 35508 h 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529" h="56645">
                  <a:moveTo>
                    <a:pt x="0" y="39318"/>
                  </a:moveTo>
                  <a:cubicBezTo>
                    <a:pt x="0" y="30746"/>
                    <a:pt x="7620" y="21221"/>
                    <a:pt x="23813" y="21221"/>
                  </a:cubicBezTo>
                  <a:cubicBezTo>
                    <a:pt x="26670" y="21221"/>
                    <a:pt x="30480" y="21221"/>
                    <a:pt x="33338" y="22173"/>
                  </a:cubicBezTo>
                  <a:lnTo>
                    <a:pt x="33338" y="21221"/>
                  </a:lnTo>
                  <a:cubicBezTo>
                    <a:pt x="33338" y="16458"/>
                    <a:pt x="29527" y="14553"/>
                    <a:pt x="24765" y="14553"/>
                  </a:cubicBezTo>
                  <a:cubicBezTo>
                    <a:pt x="20002" y="14553"/>
                    <a:pt x="16192" y="16458"/>
                    <a:pt x="12383" y="18363"/>
                  </a:cubicBezTo>
                  <a:lnTo>
                    <a:pt x="2858" y="8838"/>
                  </a:lnTo>
                  <a:cubicBezTo>
                    <a:pt x="9525" y="3123"/>
                    <a:pt x="17145" y="266"/>
                    <a:pt x="25717" y="266"/>
                  </a:cubicBezTo>
                  <a:cubicBezTo>
                    <a:pt x="37148" y="-1639"/>
                    <a:pt x="47625" y="6933"/>
                    <a:pt x="49530" y="18363"/>
                  </a:cubicBezTo>
                  <a:cubicBezTo>
                    <a:pt x="49530" y="19316"/>
                    <a:pt x="49530" y="20268"/>
                    <a:pt x="49530" y="21221"/>
                  </a:cubicBezTo>
                  <a:lnTo>
                    <a:pt x="49530" y="55511"/>
                  </a:lnTo>
                  <a:lnTo>
                    <a:pt x="33338" y="55511"/>
                  </a:lnTo>
                  <a:lnTo>
                    <a:pt x="33338" y="49796"/>
                  </a:lnTo>
                  <a:lnTo>
                    <a:pt x="33338" y="49796"/>
                  </a:lnTo>
                  <a:cubicBezTo>
                    <a:pt x="30480" y="54558"/>
                    <a:pt x="24765" y="57416"/>
                    <a:pt x="19050" y="56463"/>
                  </a:cubicBezTo>
                  <a:cubicBezTo>
                    <a:pt x="9525" y="57416"/>
                    <a:pt x="952" y="49796"/>
                    <a:pt x="0" y="39318"/>
                  </a:cubicBezTo>
                  <a:cubicBezTo>
                    <a:pt x="0" y="40271"/>
                    <a:pt x="0" y="39318"/>
                    <a:pt x="0" y="39318"/>
                  </a:cubicBezTo>
                  <a:close/>
                  <a:moveTo>
                    <a:pt x="33338" y="35508"/>
                  </a:moveTo>
                  <a:lnTo>
                    <a:pt x="33338" y="33603"/>
                  </a:lnTo>
                  <a:cubicBezTo>
                    <a:pt x="31433" y="33603"/>
                    <a:pt x="28575" y="32651"/>
                    <a:pt x="26670" y="32651"/>
                  </a:cubicBezTo>
                  <a:cubicBezTo>
                    <a:pt x="19050" y="32651"/>
                    <a:pt x="16192" y="35508"/>
                    <a:pt x="16192" y="38366"/>
                  </a:cubicBezTo>
                  <a:cubicBezTo>
                    <a:pt x="16192" y="41223"/>
                    <a:pt x="19050" y="44081"/>
                    <a:pt x="23813" y="44081"/>
                  </a:cubicBezTo>
                  <a:cubicBezTo>
                    <a:pt x="28575" y="45033"/>
                    <a:pt x="33338" y="41223"/>
                    <a:pt x="33338" y="35508"/>
                  </a:cubicBezTo>
                  <a:cubicBezTo>
                    <a:pt x="33338" y="35508"/>
                    <a:pt x="33338" y="35508"/>
                    <a:pt x="33338" y="35508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E1BEF907-8654-E08E-7065-860A20484C55}"/>
                </a:ext>
              </a:extLst>
            </p:cNvPr>
            <p:cNvSpPr/>
            <p:nvPr/>
          </p:nvSpPr>
          <p:spPr>
            <a:xfrm>
              <a:off x="6344602" y="3383280"/>
              <a:ext cx="48577" cy="54292"/>
            </a:xfrm>
            <a:custGeom>
              <a:avLst/>
              <a:gdLst>
                <a:gd name="connsiteX0" fmla="*/ 0 w 48577"/>
                <a:gd name="connsiteY0" fmla="*/ 0 h 54292"/>
                <a:gd name="connsiteX1" fmla="*/ 15240 w 48577"/>
                <a:gd name="connsiteY1" fmla="*/ 0 h 54292"/>
                <a:gd name="connsiteX2" fmla="*/ 15240 w 48577"/>
                <a:gd name="connsiteY2" fmla="*/ 20002 h 54292"/>
                <a:gd name="connsiteX3" fmla="*/ 33338 w 48577"/>
                <a:gd name="connsiteY3" fmla="*/ 20002 h 54292"/>
                <a:gd name="connsiteX4" fmla="*/ 33338 w 48577"/>
                <a:gd name="connsiteY4" fmla="*/ 0 h 54292"/>
                <a:gd name="connsiteX5" fmla="*/ 48577 w 48577"/>
                <a:gd name="connsiteY5" fmla="*/ 0 h 54292"/>
                <a:gd name="connsiteX6" fmla="*/ 48577 w 48577"/>
                <a:gd name="connsiteY6" fmla="*/ 54292 h 54292"/>
                <a:gd name="connsiteX7" fmla="*/ 33338 w 48577"/>
                <a:gd name="connsiteY7" fmla="*/ 54292 h 54292"/>
                <a:gd name="connsiteX8" fmla="*/ 33338 w 48577"/>
                <a:gd name="connsiteY8" fmla="*/ 34290 h 54292"/>
                <a:gd name="connsiteX9" fmla="*/ 15240 w 48577"/>
                <a:gd name="connsiteY9" fmla="*/ 34290 h 54292"/>
                <a:gd name="connsiteX10" fmla="*/ 15240 w 48577"/>
                <a:gd name="connsiteY10" fmla="*/ 54292 h 54292"/>
                <a:gd name="connsiteX11" fmla="*/ 0 w 48577"/>
                <a:gd name="connsiteY11" fmla="*/ 54292 h 54292"/>
                <a:gd name="connsiteX12" fmla="*/ 0 w 48577"/>
                <a:gd name="connsiteY12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577" h="54292">
                  <a:moveTo>
                    <a:pt x="0" y="0"/>
                  </a:moveTo>
                  <a:lnTo>
                    <a:pt x="15240" y="0"/>
                  </a:lnTo>
                  <a:lnTo>
                    <a:pt x="15240" y="20002"/>
                  </a:lnTo>
                  <a:lnTo>
                    <a:pt x="33338" y="20002"/>
                  </a:lnTo>
                  <a:lnTo>
                    <a:pt x="33338" y="0"/>
                  </a:lnTo>
                  <a:lnTo>
                    <a:pt x="48577" y="0"/>
                  </a:lnTo>
                  <a:lnTo>
                    <a:pt x="48577" y="54292"/>
                  </a:lnTo>
                  <a:lnTo>
                    <a:pt x="33338" y="54292"/>
                  </a:lnTo>
                  <a:lnTo>
                    <a:pt x="33338" y="34290"/>
                  </a:lnTo>
                  <a:lnTo>
                    <a:pt x="15240" y="34290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E9C421AC-79B5-6015-0A01-B590DD8A3020}"/>
                </a:ext>
              </a:extLst>
            </p:cNvPr>
            <p:cNvSpPr/>
            <p:nvPr/>
          </p:nvSpPr>
          <p:spPr>
            <a:xfrm>
              <a:off x="6404610" y="3382327"/>
              <a:ext cx="47625" cy="55300"/>
            </a:xfrm>
            <a:custGeom>
              <a:avLst/>
              <a:gdLst>
                <a:gd name="connsiteX0" fmla="*/ 952 w 47625"/>
                <a:gd name="connsiteY0" fmla="*/ 27622 h 55300"/>
                <a:gd name="connsiteX1" fmla="*/ 24765 w 47625"/>
                <a:gd name="connsiteY1" fmla="*/ 0 h 55300"/>
                <a:gd name="connsiteX2" fmla="*/ 27623 w 47625"/>
                <a:gd name="connsiteY2" fmla="*/ 0 h 55300"/>
                <a:gd name="connsiteX3" fmla="*/ 47625 w 47625"/>
                <a:gd name="connsiteY3" fmla="*/ 7620 h 55300"/>
                <a:gd name="connsiteX4" fmla="*/ 38100 w 47625"/>
                <a:gd name="connsiteY4" fmla="*/ 17145 h 55300"/>
                <a:gd name="connsiteX5" fmla="*/ 28575 w 47625"/>
                <a:gd name="connsiteY5" fmla="*/ 13335 h 55300"/>
                <a:gd name="connsiteX6" fmla="*/ 17145 w 47625"/>
                <a:gd name="connsiteY6" fmla="*/ 27622 h 55300"/>
                <a:gd name="connsiteX7" fmla="*/ 28575 w 47625"/>
                <a:gd name="connsiteY7" fmla="*/ 41910 h 55300"/>
                <a:gd name="connsiteX8" fmla="*/ 38100 w 47625"/>
                <a:gd name="connsiteY8" fmla="*/ 38100 h 55300"/>
                <a:gd name="connsiteX9" fmla="*/ 47625 w 47625"/>
                <a:gd name="connsiteY9" fmla="*/ 47625 h 55300"/>
                <a:gd name="connsiteX10" fmla="*/ 27623 w 47625"/>
                <a:gd name="connsiteY10" fmla="*/ 55245 h 55300"/>
                <a:gd name="connsiteX11" fmla="*/ 0 w 47625"/>
                <a:gd name="connsiteY11" fmla="*/ 30480 h 55300"/>
                <a:gd name="connsiteX12" fmla="*/ 952 w 47625"/>
                <a:gd name="connsiteY12" fmla="*/ 27622 h 5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55300">
                  <a:moveTo>
                    <a:pt x="952" y="27622"/>
                  </a:moveTo>
                  <a:cubicBezTo>
                    <a:pt x="0" y="13335"/>
                    <a:pt x="10477" y="953"/>
                    <a:pt x="24765" y="0"/>
                  </a:cubicBezTo>
                  <a:cubicBezTo>
                    <a:pt x="25717" y="0"/>
                    <a:pt x="26670" y="0"/>
                    <a:pt x="27623" y="0"/>
                  </a:cubicBezTo>
                  <a:cubicBezTo>
                    <a:pt x="35242" y="0"/>
                    <a:pt x="42863" y="1905"/>
                    <a:pt x="47625" y="7620"/>
                  </a:cubicBezTo>
                  <a:lnTo>
                    <a:pt x="38100" y="17145"/>
                  </a:lnTo>
                  <a:cubicBezTo>
                    <a:pt x="35242" y="14288"/>
                    <a:pt x="32385" y="13335"/>
                    <a:pt x="28575" y="13335"/>
                  </a:cubicBezTo>
                  <a:cubicBezTo>
                    <a:pt x="21907" y="13335"/>
                    <a:pt x="17145" y="19050"/>
                    <a:pt x="17145" y="27622"/>
                  </a:cubicBezTo>
                  <a:cubicBezTo>
                    <a:pt x="17145" y="36195"/>
                    <a:pt x="21907" y="41910"/>
                    <a:pt x="28575" y="41910"/>
                  </a:cubicBezTo>
                  <a:cubicBezTo>
                    <a:pt x="32385" y="41910"/>
                    <a:pt x="35242" y="40957"/>
                    <a:pt x="38100" y="38100"/>
                  </a:cubicBezTo>
                  <a:lnTo>
                    <a:pt x="47625" y="47625"/>
                  </a:lnTo>
                  <a:cubicBezTo>
                    <a:pt x="41910" y="52388"/>
                    <a:pt x="35242" y="55245"/>
                    <a:pt x="27623" y="55245"/>
                  </a:cubicBezTo>
                  <a:cubicBezTo>
                    <a:pt x="13335" y="56197"/>
                    <a:pt x="952" y="44767"/>
                    <a:pt x="0" y="30480"/>
                  </a:cubicBezTo>
                  <a:cubicBezTo>
                    <a:pt x="0" y="29528"/>
                    <a:pt x="0" y="28575"/>
                    <a:pt x="952" y="276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A9DD59D7-CAA7-2A12-3984-516F353CA492}"/>
                </a:ext>
              </a:extLst>
            </p:cNvPr>
            <p:cNvSpPr/>
            <p:nvPr/>
          </p:nvSpPr>
          <p:spPr>
            <a:xfrm>
              <a:off x="6461760" y="3383280"/>
              <a:ext cx="46672" cy="54292"/>
            </a:xfrm>
            <a:custGeom>
              <a:avLst/>
              <a:gdLst>
                <a:gd name="connsiteX0" fmla="*/ 0 w 46672"/>
                <a:gd name="connsiteY0" fmla="*/ 0 h 54292"/>
                <a:gd name="connsiteX1" fmla="*/ 46673 w 46672"/>
                <a:gd name="connsiteY1" fmla="*/ 0 h 54292"/>
                <a:gd name="connsiteX2" fmla="*/ 46673 w 46672"/>
                <a:gd name="connsiteY2" fmla="*/ 54292 h 54292"/>
                <a:gd name="connsiteX3" fmla="*/ 31432 w 46672"/>
                <a:gd name="connsiteY3" fmla="*/ 54292 h 54292"/>
                <a:gd name="connsiteX4" fmla="*/ 31432 w 46672"/>
                <a:gd name="connsiteY4" fmla="*/ 14288 h 54292"/>
                <a:gd name="connsiteX5" fmla="*/ 15240 w 46672"/>
                <a:gd name="connsiteY5" fmla="*/ 14288 h 54292"/>
                <a:gd name="connsiteX6" fmla="*/ 15240 w 46672"/>
                <a:gd name="connsiteY6" fmla="*/ 54292 h 54292"/>
                <a:gd name="connsiteX7" fmla="*/ 0 w 46672"/>
                <a:gd name="connsiteY7" fmla="*/ 54292 h 54292"/>
                <a:gd name="connsiteX8" fmla="*/ 0 w 46672"/>
                <a:gd name="connsiteY8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54292">
                  <a:moveTo>
                    <a:pt x="0" y="0"/>
                  </a:moveTo>
                  <a:lnTo>
                    <a:pt x="46673" y="0"/>
                  </a:lnTo>
                  <a:lnTo>
                    <a:pt x="46673" y="54292"/>
                  </a:lnTo>
                  <a:lnTo>
                    <a:pt x="31432" y="54292"/>
                  </a:lnTo>
                  <a:lnTo>
                    <a:pt x="31432" y="14288"/>
                  </a:lnTo>
                  <a:lnTo>
                    <a:pt x="15240" y="14288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10D00979-E40F-EAE7-157A-3D1D1709776C}"/>
                </a:ext>
              </a:extLst>
            </p:cNvPr>
            <p:cNvSpPr/>
            <p:nvPr/>
          </p:nvSpPr>
          <p:spPr>
            <a:xfrm>
              <a:off x="6519862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2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  <a:gd name="connsiteX11" fmla="*/ 39052 w 55296"/>
                <a:gd name="connsiteY11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5296" h="55351">
                  <a:moveTo>
                    <a:pt x="0" y="26722"/>
                  </a:moveTo>
                  <a:cubicBezTo>
                    <a:pt x="952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2" y="43867"/>
                    <a:pt x="42863" y="55297"/>
                    <a:pt x="27623" y="55297"/>
                  </a:cubicBezTo>
                  <a:cubicBezTo>
                    <a:pt x="13335" y="56249"/>
                    <a:pt x="0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4290" y="12434"/>
                    <a:pt x="27623" y="12434"/>
                  </a:cubicBezTo>
                  <a:cubicBezTo>
                    <a:pt x="20955" y="12434"/>
                    <a:pt x="16192" y="18149"/>
                    <a:pt x="16192" y="26722"/>
                  </a:cubicBezTo>
                  <a:cubicBezTo>
                    <a:pt x="16192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lnTo>
                    <a:pt x="39052" y="26722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5F022D95-2810-63D5-BFEF-11C253707E20}"/>
                </a:ext>
              </a:extLst>
            </p:cNvPr>
            <p:cNvSpPr/>
            <p:nvPr/>
          </p:nvSpPr>
          <p:spPr>
            <a:xfrm>
              <a:off x="6586537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7623 w 55468"/>
                <a:gd name="connsiteY14" fmla="*/ 41910 h 74294"/>
                <a:gd name="connsiteX15" fmla="*/ 43815 w 55468"/>
                <a:gd name="connsiteY15" fmla="*/ 29528 h 74294"/>
                <a:gd name="connsiteX16" fmla="*/ 31433 w 55468"/>
                <a:gd name="connsiteY16" fmla="*/ 13335 h 74294"/>
                <a:gd name="connsiteX17" fmla="*/ 15240 w 55468"/>
                <a:gd name="connsiteY17" fmla="*/ 25717 h 74294"/>
                <a:gd name="connsiteX18" fmla="*/ 15240 w 55468"/>
                <a:gd name="connsiteY18" fmla="*/ 27622 h 74294"/>
                <a:gd name="connsiteX19" fmla="*/ 27623 w 55468"/>
                <a:gd name="connsiteY19" fmla="*/ 41910 h 74294"/>
                <a:gd name="connsiteX20" fmla="*/ 27623 w 55468"/>
                <a:gd name="connsiteY20" fmla="*/ 41910 h 74294"/>
                <a:gd name="connsiteX21" fmla="*/ 27623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7623" y="41910"/>
                  </a:moveTo>
                  <a:cubicBezTo>
                    <a:pt x="35242" y="42863"/>
                    <a:pt x="42863" y="38100"/>
                    <a:pt x="43815" y="29528"/>
                  </a:cubicBezTo>
                  <a:cubicBezTo>
                    <a:pt x="44767" y="20955"/>
                    <a:pt x="40005" y="14288"/>
                    <a:pt x="31433" y="13335"/>
                  </a:cubicBezTo>
                  <a:cubicBezTo>
                    <a:pt x="23813" y="12382"/>
                    <a:pt x="16192" y="17145"/>
                    <a:pt x="15240" y="25717"/>
                  </a:cubicBezTo>
                  <a:cubicBezTo>
                    <a:pt x="15240" y="26670"/>
                    <a:pt x="15240" y="26670"/>
                    <a:pt x="15240" y="27622"/>
                  </a:cubicBezTo>
                  <a:cubicBezTo>
                    <a:pt x="14288" y="35242"/>
                    <a:pt x="20002" y="40957"/>
                    <a:pt x="27623" y="41910"/>
                  </a:cubicBezTo>
                  <a:cubicBezTo>
                    <a:pt x="26670" y="41910"/>
                    <a:pt x="27623" y="41910"/>
                    <a:pt x="27623" y="41910"/>
                  </a:cubicBezTo>
                  <a:lnTo>
                    <a:pt x="27623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0735F00C-1275-CA84-B1A0-731A5B75BBD8}"/>
                </a:ext>
              </a:extLst>
            </p:cNvPr>
            <p:cNvSpPr/>
            <p:nvPr/>
          </p:nvSpPr>
          <p:spPr>
            <a:xfrm>
              <a:off x="6648450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2385 w 48577"/>
                <a:gd name="connsiteY5" fmla="*/ 13335 h 53339"/>
                <a:gd name="connsiteX6" fmla="*/ 32385 w 48577"/>
                <a:gd name="connsiteY6" fmla="*/ 53340 h 53339"/>
                <a:gd name="connsiteX7" fmla="*/ 17145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2385" y="13335"/>
                  </a:lnTo>
                  <a:lnTo>
                    <a:pt x="32385" y="53340"/>
                  </a:lnTo>
                  <a:lnTo>
                    <a:pt x="17145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958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72" r:id="rId2"/>
    <p:sldLayoutId id="2147483739" r:id="rId3"/>
    <p:sldLayoutId id="2147483771" r:id="rId4"/>
    <p:sldLayoutId id="2147483770" r:id="rId5"/>
    <p:sldLayoutId id="2147483755" r:id="rId6"/>
    <p:sldLayoutId id="2147483740" r:id="rId7"/>
    <p:sldLayoutId id="2147483753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1" r:id="rId17"/>
    <p:sldLayoutId id="2147483752" r:id="rId18"/>
    <p:sldLayoutId id="2147483791" r:id="rId19"/>
    <p:sldLayoutId id="2147483792" r:id="rId20"/>
  </p:sldLayoutIdLst>
  <p:hf sldNum="0" hdr="0"/>
  <p:txStyles>
    <p:titleStyle>
      <a:lvl1pPr algn="l" defTabSz="914446" rtl="0" eaLnBrk="1" latinLnBrk="0" hangingPunct="1">
        <a:lnSpc>
          <a:spcPct val="100000"/>
        </a:lnSpc>
        <a:spcBef>
          <a:spcPct val="0"/>
        </a:spcBef>
        <a:buNone/>
        <a:defRPr lang="en-US" sz="2400" b="1" kern="1200" dirty="0">
          <a:solidFill>
            <a:schemeClr val="accent5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46" rtl="0" eaLnBrk="1" latinLnBrk="0" hangingPunct="1">
        <a:lnSpc>
          <a:spcPct val="100000"/>
        </a:lnSpc>
        <a:spcBef>
          <a:spcPts val="0"/>
        </a:spcBef>
        <a:buClr>
          <a:schemeClr val="accent4"/>
        </a:buClr>
        <a:buFont typeface="Wingdings" panose="05000000000000000000" pitchFamily="2" charset="2"/>
        <a:buNone/>
        <a:defRPr lang="ru-RU" sz="12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144006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Wingdings" panose="05000000000000000000" pitchFamily="2" charset="2"/>
        <a:buChar char="§"/>
        <a:defRPr lang="ru-RU" sz="1200" kern="1200" baseline="0" smtClean="0">
          <a:solidFill>
            <a:schemeClr val="tx1"/>
          </a:solidFill>
          <a:latin typeface="+mn-lt"/>
          <a:ea typeface="+mn-ea"/>
          <a:cs typeface="+mn-cs"/>
        </a:defRPr>
      </a:lvl2pPr>
      <a:lvl3pPr marL="288015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Arial" panose="020B0604020202020204" pitchFamily="34" charset="0"/>
        <a:buChar char="−"/>
        <a:defRPr lang="ru-RU" sz="12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432022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Arial" panose="020B0604020202020204" pitchFamily="34" charset="0"/>
        <a:buChar char="▫"/>
        <a:defRPr lang="ru-RU" sz="12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576029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Arial" panose="020B0604020202020204" pitchFamily="34" charset="0"/>
        <a:buChar char="-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211">
          <p15:clr>
            <a:srgbClr val="F26B43"/>
          </p15:clr>
        </p15:guide>
        <p15:guide id="7" pos="7469">
          <p15:clr>
            <a:srgbClr val="F26B43"/>
          </p15:clr>
        </p15:guide>
        <p15:guide id="8" orient="horz" pos="572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799">
          <p15:clr>
            <a:srgbClr val="5ACBF0"/>
          </p15:clr>
        </p15:guide>
        <p15:guide id="11" orient="horz" pos="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irea.ru/mediapage/brend-platforma-rtu-mirea/?ysclid=mp3tdqid9j764120520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A8B2D-41F6-EAEB-E3AE-7EDC6AFD9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3A44F1-2AE2-D8B4-5E88-DA5C58CC0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756143" y="4142386"/>
            <a:ext cx="2931520" cy="2931519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FFB377C-4E54-467B-6156-A76FA2ED3D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689629" y="1355630"/>
            <a:ext cx="6856500" cy="4148241"/>
          </a:xfrm>
          <a:prstGeom prst="rect">
            <a:avLst/>
          </a:prstGeom>
        </p:spPr>
      </p:pic>
      <p:sp>
        <p:nvSpPr>
          <p:cNvPr id="42" name="Rectangle 12">
            <a:extLst>
              <a:ext uri="{FF2B5EF4-FFF2-40B4-BE49-F238E27FC236}">
                <a16:creationId xmlns:a16="http://schemas.microsoft.com/office/drawing/2014/main" id="{6F0D5F84-6B3F-52C9-840E-E1A10CB0DF30}"/>
              </a:ext>
            </a:extLst>
          </p:cNvPr>
          <p:cNvSpPr/>
          <p:nvPr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F84E31D-233D-18D7-A4CB-05D3614A2684}"/>
              </a:ext>
            </a:extLst>
          </p:cNvPr>
          <p:cNvCxnSpPr>
            <a:cxnSpLocks/>
          </p:cNvCxnSpPr>
          <p:nvPr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ED2043F-B51D-0F32-F80E-686DD2B1F84B}"/>
              </a:ext>
            </a:extLst>
          </p:cNvPr>
          <p:cNvGrpSpPr/>
          <p:nvPr/>
        </p:nvGrpSpPr>
        <p:grpSpPr>
          <a:xfrm>
            <a:off x="9743356" y="420456"/>
            <a:ext cx="2022129" cy="1417607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5" name="Полилиния: фигура 4">
              <a:extLst>
                <a:ext uri="{FF2B5EF4-FFF2-40B4-BE49-F238E27FC236}">
                  <a16:creationId xmlns:a16="http://schemas.microsoft.com/office/drawing/2014/main" id="{9DB3BF12-E44E-AC8B-EE07-282457B59E43}"/>
                </a:ext>
              </a:extLst>
            </p:cNvPr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>
              <a:extLst>
                <a:ext uri="{FF2B5EF4-FFF2-40B4-BE49-F238E27FC236}">
                  <a16:creationId xmlns:a16="http://schemas.microsoft.com/office/drawing/2014/main" id="{055DA4DF-5F30-C783-A257-74882B9B43C0}"/>
                </a:ext>
              </a:extLst>
            </p:cNvPr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8" name="Рисунок 56">
              <a:extLst>
                <a:ext uri="{FF2B5EF4-FFF2-40B4-BE49-F238E27FC236}">
                  <a16:creationId xmlns:a16="http://schemas.microsoft.com/office/drawing/2014/main" id="{FA5A4225-B34A-503D-4740-4289C1FA9120}"/>
                </a:ext>
              </a:extLst>
            </p:cNvPr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3" name="Полилиния: фигура 32">
                <a:extLst>
                  <a:ext uri="{FF2B5EF4-FFF2-40B4-BE49-F238E27FC236}">
                    <a16:creationId xmlns:a16="http://schemas.microsoft.com/office/drawing/2014/main" id="{3A0B2AA2-04A7-C790-6E32-027B70473B06}"/>
                  </a:ext>
                </a:extLst>
              </p:cNvPr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5" name="Полилиния: фигура 34">
                <a:extLst>
                  <a:ext uri="{FF2B5EF4-FFF2-40B4-BE49-F238E27FC236}">
                    <a16:creationId xmlns:a16="http://schemas.microsoft.com/office/drawing/2014/main" id="{E2C99E8E-6554-FE49-3F58-B18E29EA9E88}"/>
                  </a:ext>
                </a:extLst>
              </p:cNvPr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Рисунок 56">
              <a:extLst>
                <a:ext uri="{FF2B5EF4-FFF2-40B4-BE49-F238E27FC236}">
                  <a16:creationId xmlns:a16="http://schemas.microsoft.com/office/drawing/2014/main" id="{A0FBB52C-1572-E21D-4D91-9D4AA4B6080D}"/>
                </a:ext>
              </a:extLst>
            </p:cNvPr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1" name="Полилиния: фигура 30">
                <a:extLst>
                  <a:ext uri="{FF2B5EF4-FFF2-40B4-BE49-F238E27FC236}">
                    <a16:creationId xmlns:a16="http://schemas.microsoft.com/office/drawing/2014/main" id="{1001D092-CB56-C9D0-CE6C-61B8E96D96ED}"/>
                  </a:ext>
                </a:extLst>
              </p:cNvPr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2" name="Полилиния: фигура 31">
                <a:extLst>
                  <a:ext uri="{FF2B5EF4-FFF2-40B4-BE49-F238E27FC236}">
                    <a16:creationId xmlns:a16="http://schemas.microsoft.com/office/drawing/2014/main" id="{C608CC97-412E-C7BA-C54D-B34C1E2D9FD4}"/>
                  </a:ext>
                </a:extLst>
              </p:cNvPr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2493CA3D-0381-9CAF-BB79-316CCFAC7B9B}"/>
                </a:ext>
              </a:extLst>
            </p:cNvPr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>
              <a:extLst>
                <a:ext uri="{FF2B5EF4-FFF2-40B4-BE49-F238E27FC236}">
                  <a16:creationId xmlns:a16="http://schemas.microsoft.com/office/drawing/2014/main" id="{BAA32B6C-0748-810D-88E9-0DC2F78904A0}"/>
                </a:ext>
              </a:extLst>
            </p:cNvPr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9" name="Полилиния: фигура 28">
                <a:extLst>
                  <a:ext uri="{FF2B5EF4-FFF2-40B4-BE49-F238E27FC236}">
                    <a16:creationId xmlns:a16="http://schemas.microsoft.com/office/drawing/2014/main" id="{FB832B6C-8258-C026-DE14-6AB1F498290A}"/>
                  </a:ext>
                </a:extLst>
              </p:cNvPr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" name="Полилиния: фигура 29">
                <a:extLst>
                  <a:ext uri="{FF2B5EF4-FFF2-40B4-BE49-F238E27FC236}">
                    <a16:creationId xmlns:a16="http://schemas.microsoft.com/office/drawing/2014/main" id="{D302393C-6BF7-6396-9DC7-6E1C10892044}"/>
                  </a:ext>
                </a:extLst>
              </p:cNvPr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>
              <a:extLst>
                <a:ext uri="{FF2B5EF4-FFF2-40B4-BE49-F238E27FC236}">
                  <a16:creationId xmlns:a16="http://schemas.microsoft.com/office/drawing/2014/main" id="{5CF68539-3A65-5B7D-EB57-21EC04630101}"/>
                </a:ext>
              </a:extLst>
            </p:cNvPr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6" name="Полилиния: фигура 25">
                <a:extLst>
                  <a:ext uri="{FF2B5EF4-FFF2-40B4-BE49-F238E27FC236}">
                    <a16:creationId xmlns:a16="http://schemas.microsoft.com/office/drawing/2014/main" id="{27A71A1E-F431-B7BB-422F-311FB8BAFC43}"/>
                  </a:ext>
                </a:extLst>
              </p:cNvPr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>
                <a:extLst>
                  <a:ext uri="{FF2B5EF4-FFF2-40B4-BE49-F238E27FC236}">
                    <a16:creationId xmlns:a16="http://schemas.microsoft.com/office/drawing/2014/main" id="{D0CDDCAA-06E3-285E-6B30-0AE0B4F71881}"/>
                  </a:ext>
                </a:extLst>
              </p:cNvPr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>
              <a:extLst>
                <a:ext uri="{FF2B5EF4-FFF2-40B4-BE49-F238E27FC236}">
                  <a16:creationId xmlns:a16="http://schemas.microsoft.com/office/drawing/2014/main" id="{6EE26C30-995C-3BAE-606D-EC0BDC975522}"/>
                </a:ext>
              </a:extLst>
            </p:cNvPr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2" name="Полилиния: фигура 21">
                <a:extLst>
                  <a:ext uri="{FF2B5EF4-FFF2-40B4-BE49-F238E27FC236}">
                    <a16:creationId xmlns:a16="http://schemas.microsoft.com/office/drawing/2014/main" id="{C995703E-1289-B9EE-71D7-7B91C2C1EC4C}"/>
                  </a:ext>
                </a:extLst>
              </p:cNvPr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>
                <a:extLst>
                  <a:ext uri="{FF2B5EF4-FFF2-40B4-BE49-F238E27FC236}">
                    <a16:creationId xmlns:a16="http://schemas.microsoft.com/office/drawing/2014/main" id="{3DA7CA7B-4754-CD01-FC9C-A0617AB9008B}"/>
                  </a:ext>
                </a:extLst>
              </p:cNvPr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>
              <a:extLst>
                <a:ext uri="{FF2B5EF4-FFF2-40B4-BE49-F238E27FC236}">
                  <a16:creationId xmlns:a16="http://schemas.microsoft.com/office/drawing/2014/main" id="{16826D46-EEF9-BAA5-C951-8FBBB7467AA9}"/>
                </a:ext>
              </a:extLst>
            </p:cNvPr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9" name="Полилиния: фигура 18">
                <a:extLst>
                  <a:ext uri="{FF2B5EF4-FFF2-40B4-BE49-F238E27FC236}">
                    <a16:creationId xmlns:a16="http://schemas.microsoft.com/office/drawing/2014/main" id="{5FBDFEDD-82BF-CA03-B1A1-7CB2E26D0C8B}"/>
                  </a:ext>
                </a:extLst>
              </p:cNvPr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7EF9FE28-05A4-38B5-15EB-617D0EB20411}"/>
                  </a:ext>
                </a:extLst>
              </p:cNvPr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E97D043-5086-4BFF-7D5B-703A6ED1F9D4}"/>
              </a:ext>
            </a:extLst>
          </p:cNvPr>
          <p:cNvSpPr txBox="1"/>
          <p:nvPr/>
        </p:nvSpPr>
        <p:spPr bwMode="auto">
          <a:xfrm>
            <a:off x="446514" y="112679"/>
            <a:ext cx="6317213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2000" dirty="0">
                <a:solidFill>
                  <a:srgbClr val="FF0000"/>
                </a:solidFill>
              </a:rPr>
              <a:t>ЭТО ТЕХНИЧЕСКИЙ СЛАЙД с РАЗЪЯСНЕНИЯМИ – его надо удалить после прочтения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FECFF6-BE89-4799-66B4-E6A5F572A124}"/>
              </a:ext>
            </a:extLst>
          </p:cNvPr>
          <p:cNvSpPr txBox="1"/>
          <p:nvPr/>
        </p:nvSpPr>
        <p:spPr bwMode="auto">
          <a:xfrm>
            <a:off x="437603" y="914654"/>
            <a:ext cx="6581617" cy="4431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chemeClr val="accent5"/>
              </a:buClr>
            </a:pPr>
            <a:r>
              <a:rPr lang="ru-RU" sz="1400" dirty="0"/>
              <a:t>В РТУ МИРЭА с февраля 2026 года утвержден брендбук и шаблоны презентаций. (см. ссылку на скачивание ниже)</a:t>
            </a:r>
          </a:p>
          <a:p>
            <a:pPr marL="0" indent="0" algn="l" defTabSz="914400">
              <a:buClr>
                <a:schemeClr val="accent5"/>
              </a:buClr>
              <a:buFontTx/>
              <a:buNone/>
            </a:pPr>
            <a:endParaRPr lang="ru-RU" sz="1400" dirty="0"/>
          </a:p>
          <a:p>
            <a:pPr marL="171450" indent="-171450" algn="l" defTabSz="914400">
              <a:spcBef>
                <a:spcPts val="1200"/>
              </a:spcBef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ru-RU" sz="1400" dirty="0"/>
              <a:t>В этом файле в соответствии с шаблоном презентаций сформирован перечень обязательных слайдов для защиты ВКР на кафедре КБ-9 по профилю «Технологии визуального программирования»</a:t>
            </a:r>
          </a:p>
          <a:p>
            <a:pPr marL="171450" indent="-171450" algn="l" defTabSz="914400">
              <a:spcBef>
                <a:spcPts val="1200"/>
              </a:spcBef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ru-RU" sz="1400" dirty="0"/>
              <a:t>Все, что выделено желтым маркером надо исправить, переписать, дополнить  - по своей теме ВКР – в том числе уточнить подзаголовки (они обязательны). Размеры шрифтов менять можно.</a:t>
            </a:r>
          </a:p>
          <a:p>
            <a:pPr marL="171450" indent="-171450" algn="l" defTabSz="914400">
              <a:spcBef>
                <a:spcPts val="1200"/>
              </a:spcBef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ru-RU" sz="1400" dirty="0"/>
              <a:t>Организовывать пространство внутри слайдов можно как угодно, но нельзя нарушать правил брендбука. </a:t>
            </a:r>
          </a:p>
          <a:p>
            <a:pPr marL="171450" indent="-171450" algn="l" defTabSz="914400">
              <a:spcBef>
                <a:spcPts val="1200"/>
              </a:spcBef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ru-RU" sz="1400" dirty="0"/>
              <a:t>Желательно (но только если есть необходимость) использовать элементы оформления представленные в исходном шаблоне презентации(см. ссылку на скачивание ниже)</a:t>
            </a:r>
          </a:p>
          <a:p>
            <a:pPr marL="171450" indent="-171450" algn="l" defTabSz="914400">
              <a:spcBef>
                <a:spcPts val="1200"/>
              </a:spcBef>
              <a:buClr>
                <a:schemeClr val="accent5"/>
              </a:buClr>
              <a:buFont typeface="Arial" panose="020B0604020202020204" pitchFamily="34" charset="0"/>
              <a:buChar char="•"/>
            </a:pPr>
            <a:endParaRPr lang="ru-RU" sz="1400" dirty="0"/>
          </a:p>
          <a:p>
            <a:pPr marL="0" indent="0" algn="l" defTabSz="914400">
              <a:buClr>
                <a:schemeClr val="accent5"/>
              </a:buClr>
              <a:buFontTx/>
              <a:buNone/>
            </a:pPr>
            <a:endParaRPr lang="ru-RU" sz="1400" dirty="0"/>
          </a:p>
          <a:p>
            <a:pPr marL="0" indent="0" algn="l" defTabSz="914400">
              <a:buClr>
                <a:schemeClr val="accent5"/>
              </a:buClr>
              <a:buFontTx/>
              <a:buNone/>
            </a:pPr>
            <a:endParaRPr lang="ru-RU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C17F78-2651-532D-5477-6FCD37AC2474}"/>
              </a:ext>
            </a:extLst>
          </p:cNvPr>
          <p:cNvSpPr txBox="1"/>
          <p:nvPr/>
        </p:nvSpPr>
        <p:spPr bwMode="auto">
          <a:xfrm>
            <a:off x="557120" y="5311171"/>
            <a:ext cx="60960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chemeClr val="accent5"/>
              </a:buClr>
            </a:pPr>
            <a:r>
              <a:rPr lang="ru-RU" sz="1800" dirty="0"/>
              <a:t>БРЕНДБУК и шаблоны презентации здесь: </a:t>
            </a:r>
            <a:r>
              <a:rPr lang="en-US" sz="1800" dirty="0">
                <a:hlinkClick r:id="rId4"/>
              </a:rPr>
              <a:t>https://www.mirea.ru/mediapage/brend-platforma-rtu-mirea/?ysclid=mp3tdqid9j764120520</a:t>
            </a:r>
            <a:r>
              <a:rPr lang="ru-RU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05595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31F74-F590-FF3F-4357-D28887AFB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9926" y="1947894"/>
            <a:ext cx="7179108" cy="1856459"/>
          </a:xfrm>
        </p:spPr>
        <p:txBody>
          <a:bodyPr/>
          <a:lstStyle/>
          <a:p>
            <a:r>
              <a:rPr lang="ru-RU" sz="1200" dirty="0"/>
              <a:t>ВКР на тему: </a:t>
            </a:r>
            <a:br>
              <a:rPr lang="ru-RU" sz="2000" dirty="0">
                <a:highlight>
                  <a:srgbClr val="FFFF00"/>
                </a:highlight>
              </a:rPr>
            </a:br>
            <a:r>
              <a:rPr lang="ru-RU" sz="2000" dirty="0">
                <a:highlight>
                  <a:srgbClr val="FFFF00"/>
                </a:highlight>
              </a:rPr>
              <a:t>Разработка информационной системы сбора и обработки информации на основе подходов конкурентного поиска для задач </a:t>
            </a:r>
            <a:r>
              <a:rPr lang="ru-RU" sz="2000" dirty="0" err="1">
                <a:highlight>
                  <a:srgbClr val="FFFF00"/>
                </a:highlight>
              </a:rPr>
              <a:t>остроения</a:t>
            </a:r>
            <a:r>
              <a:rPr lang="ru-RU" sz="2000" dirty="0">
                <a:highlight>
                  <a:srgbClr val="FFFF00"/>
                </a:highlight>
              </a:rPr>
              <a:t> семантического ядра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21964E-CC33-6B86-B5C9-ED0DF7C822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19926" y="3804353"/>
            <a:ext cx="5428674" cy="752407"/>
          </a:xfrm>
        </p:spPr>
        <p:txBody>
          <a:bodyPr/>
          <a:lstStyle/>
          <a:p>
            <a:r>
              <a:rPr lang="ru-RU" sz="1400" dirty="0"/>
              <a:t>Выполнил: </a:t>
            </a:r>
            <a:r>
              <a:rPr lang="ru-RU" sz="1400" dirty="0">
                <a:highlight>
                  <a:srgbClr val="FFFF00"/>
                </a:highlight>
              </a:rPr>
              <a:t>Фамилия Имя Отчество</a:t>
            </a:r>
          </a:p>
          <a:p>
            <a:r>
              <a:rPr lang="ru-RU" sz="1400" dirty="0"/>
              <a:t>Руководитель ВКР: </a:t>
            </a:r>
            <a:r>
              <a:rPr lang="ru-RU" sz="1400" dirty="0">
                <a:highlight>
                  <a:srgbClr val="FFFF00"/>
                </a:highlight>
              </a:rPr>
              <a:t>Фамилия Имя Отчество, к.т.н., доцент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25004-0CDA-0566-ABFD-6ACD59F8874D}"/>
              </a:ext>
            </a:extLst>
          </p:cNvPr>
          <p:cNvSpPr txBox="1"/>
          <p:nvPr/>
        </p:nvSpPr>
        <p:spPr bwMode="auto">
          <a:xfrm>
            <a:off x="2419926" y="1017324"/>
            <a:ext cx="5333511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200" b="1" dirty="0">
                <a:solidFill>
                  <a:srgbClr val="006D81"/>
                </a:solidFill>
              </a:rPr>
              <a:t>Кафедра «Предметно-ориентированные информационные системы»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6795E-4255-3A66-DB58-747B1165A831}"/>
              </a:ext>
            </a:extLst>
          </p:cNvPr>
          <p:cNvSpPr txBox="1"/>
          <p:nvPr/>
        </p:nvSpPr>
        <p:spPr bwMode="auto">
          <a:xfrm>
            <a:off x="2419926" y="1390276"/>
            <a:ext cx="57790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chemeClr val="accent5"/>
              </a:buClr>
            </a:pPr>
            <a:r>
              <a:rPr lang="ru-RU" sz="1200" b="1" dirty="0">
                <a:solidFill>
                  <a:srgbClr val="006D81"/>
                </a:solidFill>
              </a:rPr>
              <a:t>Направление подготовки 09.03.02 Информационные системы и технологии</a:t>
            </a:r>
          </a:p>
          <a:p>
            <a:pPr>
              <a:buClr>
                <a:schemeClr val="accent5"/>
              </a:buClr>
            </a:pPr>
            <a:r>
              <a:rPr lang="ru-RU" sz="1200" b="1" dirty="0">
                <a:solidFill>
                  <a:srgbClr val="006D81"/>
                </a:solidFill>
              </a:rPr>
              <a:t>Профиль «Технологии визуального программирования» </a:t>
            </a:r>
          </a:p>
        </p:txBody>
      </p:sp>
    </p:spTree>
    <p:extLst>
      <p:ext uri="{BB962C8B-B14F-4D97-AF65-F5344CB8AC3E}">
        <p14:creationId xmlns:p14="http://schemas.microsoft.com/office/powerpoint/2010/main" val="1915969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108E3-6699-E299-388B-8AE07003F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одзаголовок 22">
            <a:extLst>
              <a:ext uri="{FF2B5EF4-FFF2-40B4-BE49-F238E27FC236}">
                <a16:creationId xmlns:a16="http://schemas.microsoft.com/office/drawing/2014/main" id="{5C6B5789-0B61-11EC-9D6B-10523C755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000" y="549709"/>
            <a:ext cx="10130208" cy="215444"/>
          </a:xfrm>
        </p:spPr>
        <p:txBody>
          <a:bodyPr/>
          <a:lstStyle/>
          <a:p>
            <a:r>
              <a:rPr lang="ru-RU" dirty="0"/>
              <a:t>Цель, задачи, актуальность, новизна и практическая значимость </a:t>
            </a:r>
          </a:p>
        </p:txBody>
      </p:sp>
      <p:sp>
        <p:nvSpPr>
          <p:cNvPr id="22" name="Заголовок 21">
            <a:extLst>
              <a:ext uri="{FF2B5EF4-FFF2-40B4-BE49-F238E27FC236}">
                <a16:creationId xmlns:a16="http://schemas.microsoft.com/office/drawing/2014/main" id="{1D408461-CAAD-146C-688C-B47B9181E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177271"/>
            <a:ext cx="10130208" cy="480160"/>
          </a:xfrm>
        </p:spPr>
        <p:txBody>
          <a:bodyPr/>
          <a:lstStyle/>
          <a:p>
            <a:r>
              <a:rPr lang="ru-RU" dirty="0"/>
              <a:t>1.Введение</a:t>
            </a:r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1335FA68-1957-02CE-5FD4-96ED6004A6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000" y="1196340"/>
            <a:ext cx="4937040" cy="4896507"/>
          </a:xfrm>
        </p:spPr>
        <p:txBody>
          <a:bodyPr/>
          <a:lstStyle/>
          <a:p>
            <a:r>
              <a:rPr lang="ru-RU" sz="1400" dirty="0"/>
              <a:t>Цель ВКР </a:t>
            </a:r>
            <a:r>
              <a:rPr lang="ru-RU" sz="1400" dirty="0">
                <a:highlight>
                  <a:srgbClr val="FFFF00"/>
                </a:highlight>
              </a:rPr>
              <a:t>…</a:t>
            </a:r>
            <a:r>
              <a:rPr lang="ru-RU" sz="1400" dirty="0"/>
              <a:t> </a:t>
            </a:r>
          </a:p>
          <a:p>
            <a:endParaRPr lang="ru-RU" sz="1400" dirty="0"/>
          </a:p>
          <a:p>
            <a:r>
              <a:rPr lang="ru-RU" sz="1400" dirty="0"/>
              <a:t>Актуальность </a:t>
            </a:r>
            <a:r>
              <a:rPr lang="ru-RU" sz="1400" dirty="0">
                <a:highlight>
                  <a:srgbClr val="FFFF00"/>
                </a:highlight>
              </a:rPr>
              <a:t>…</a:t>
            </a:r>
          </a:p>
          <a:p>
            <a:endParaRPr lang="ru-RU" sz="1400" dirty="0"/>
          </a:p>
          <a:p>
            <a:r>
              <a:rPr lang="ru-RU" sz="1400" dirty="0"/>
              <a:t>Новизна </a:t>
            </a:r>
            <a:r>
              <a:rPr lang="ru-RU" sz="1400" dirty="0">
                <a:highlight>
                  <a:srgbClr val="FFFF00"/>
                </a:highlight>
              </a:rPr>
              <a:t>…</a:t>
            </a:r>
            <a:r>
              <a:rPr lang="ru-RU" sz="1400" dirty="0"/>
              <a:t> </a:t>
            </a:r>
          </a:p>
          <a:p>
            <a:endParaRPr lang="ru-RU" sz="1400" dirty="0"/>
          </a:p>
          <a:p>
            <a:r>
              <a:rPr lang="ru-RU" sz="1400" dirty="0"/>
              <a:t>Практическая значимость </a:t>
            </a:r>
            <a:r>
              <a:rPr lang="ru-RU" sz="1400" dirty="0">
                <a:highlight>
                  <a:srgbClr val="FFFF00"/>
                </a:highlight>
              </a:rPr>
              <a:t>…</a:t>
            </a:r>
            <a:r>
              <a:rPr lang="ru-RU" sz="1400" dirty="0"/>
              <a:t> </a:t>
            </a:r>
          </a:p>
          <a:p>
            <a:endParaRPr lang="ru-RU" sz="1400" dirty="0"/>
          </a:p>
        </p:txBody>
      </p:sp>
      <p:sp>
        <p:nvSpPr>
          <p:cNvPr id="3" name="Текст 23">
            <a:extLst>
              <a:ext uri="{FF2B5EF4-FFF2-40B4-BE49-F238E27FC236}">
                <a16:creationId xmlns:a16="http://schemas.microsoft.com/office/drawing/2014/main" id="{B1EA0A22-3968-D5D5-A135-52D491075E32}"/>
              </a:ext>
            </a:extLst>
          </p:cNvPr>
          <p:cNvSpPr txBox="1">
            <a:spLocks/>
          </p:cNvSpPr>
          <p:nvPr/>
        </p:nvSpPr>
        <p:spPr>
          <a:xfrm>
            <a:off x="6432000" y="1196340"/>
            <a:ext cx="5165640" cy="4955256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4"/>
              </a:buClr>
              <a:buFont typeface="Wingdings" panose="05000000000000000000" pitchFamily="2" charset="2"/>
              <a:buNone/>
              <a:defRPr lang="ru-RU" sz="1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44000" indent="-144000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Wingdings" panose="05000000000000000000" pitchFamily="2" charset="2"/>
              <a:buChar char="§"/>
              <a:defRPr lang="ru-RU"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88015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Char char="−"/>
              <a:defRPr lang="ru-RU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32022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Char char="▫"/>
              <a:defRPr lang="ru-RU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6029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Char char="-"/>
              <a:defRPr lang="en-U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/>
              <a:t>Задачи ВКР: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highlight>
                  <a:srgbClr val="FFFF00"/>
                </a:highlight>
              </a:rPr>
              <a:t>Перечислить задачи В соответствии с темой и структурой ВКР </a:t>
            </a:r>
          </a:p>
          <a:p>
            <a:pPr marL="342900" indent="-342900">
              <a:buAutoNum type="arabicPeriod"/>
            </a:pPr>
            <a:r>
              <a:rPr lang="ru-RU" sz="1400" dirty="0">
                <a:highlight>
                  <a:srgbClr val="FFFF00"/>
                </a:highlight>
              </a:rPr>
              <a:t>Рассмотрение алгоритмов сбора семантического ядра</a:t>
            </a:r>
          </a:p>
          <a:p>
            <a:pPr marL="342900" indent="-342900">
              <a:buAutoNum type="arabicPeriod"/>
            </a:pPr>
            <a:r>
              <a:rPr lang="ru-RU" sz="1400" dirty="0">
                <a:highlight>
                  <a:srgbClr val="FFFF00"/>
                </a:highlight>
              </a:rPr>
              <a:t>Рассмотрение ключевых моделей искусственного интеллекта</a:t>
            </a:r>
          </a:p>
          <a:p>
            <a:pPr marL="342900" indent="-342900">
              <a:buAutoNum type="arabicPeriod"/>
            </a:pPr>
            <a:r>
              <a:rPr lang="ru-RU" sz="1400" dirty="0">
                <a:highlight>
                  <a:srgbClr val="FFFF00"/>
                </a:highlight>
              </a:rPr>
              <a:t>…</a:t>
            </a:r>
          </a:p>
          <a:p>
            <a:pPr marL="342900" indent="-342900">
              <a:buAutoNum type="arabicPeriod"/>
            </a:pPr>
            <a:r>
              <a:rPr lang="ru-RU" sz="1400" dirty="0">
                <a:highlight>
                  <a:srgbClr val="FFFF00"/>
                </a:highlight>
              </a:rPr>
              <a:t>…</a:t>
            </a:r>
          </a:p>
          <a:p>
            <a:pPr marL="342900" indent="-342900">
              <a:buAutoNum type="arabicPeriod"/>
            </a:pPr>
            <a:endParaRPr lang="ru-RU" sz="1400" dirty="0">
              <a:highlight>
                <a:srgbClr val="FFFF00"/>
              </a:highlight>
            </a:endParaRPr>
          </a:p>
          <a:p>
            <a:pPr marL="342900" indent="-342900">
              <a:buAutoNum type="arabicPeriod"/>
            </a:pPr>
            <a:endParaRPr lang="ru-RU" sz="1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FBA3BF-2E77-02D9-7FCB-C9861ACE7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333563" y="4685836"/>
            <a:ext cx="2931520" cy="293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75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Подзаголовок 52">
            <a:extLst>
              <a:ext uri="{FF2B5EF4-FFF2-40B4-BE49-F238E27FC236}">
                <a16:creationId xmlns:a16="http://schemas.microsoft.com/office/drawing/2014/main" id="{6D62EDFE-D1DD-33B9-D4E1-206609ED2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661" y="524523"/>
            <a:ext cx="10398685" cy="430887"/>
          </a:xfrm>
        </p:spPr>
        <p:txBody>
          <a:bodyPr/>
          <a:lstStyle/>
          <a:p>
            <a:r>
              <a:rPr lang="ru-RU" dirty="0">
                <a:highlight>
                  <a:srgbClr val="FFFF00"/>
                </a:highlight>
              </a:rPr>
              <a:t>Указать номер и задачу из списках задач (слайд из введения), если есть</a:t>
            </a:r>
          </a:p>
          <a:p>
            <a:r>
              <a:rPr lang="ru-RU" dirty="0">
                <a:solidFill>
                  <a:schemeClr val="tx1"/>
                </a:solidFill>
                <a:highlight>
                  <a:srgbClr val="FFFF00"/>
                </a:highlight>
              </a:rPr>
              <a:t>К примеру: 1. Рассмотрение алгоритмов сбора семантического ядра</a:t>
            </a:r>
          </a:p>
        </p:txBody>
      </p:sp>
      <p:sp>
        <p:nvSpPr>
          <p:cNvPr id="52" name="Заголовок 51">
            <a:extLst>
              <a:ext uri="{FF2B5EF4-FFF2-40B4-BE49-F238E27FC236}">
                <a16:creationId xmlns:a16="http://schemas.microsoft.com/office/drawing/2014/main" id="{B4B134CF-1EB8-DB35-AF9B-0C6C0DD28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62" y="57633"/>
            <a:ext cx="10398685" cy="369332"/>
          </a:xfrm>
        </p:spPr>
        <p:txBody>
          <a:bodyPr/>
          <a:lstStyle/>
          <a:p>
            <a:r>
              <a:rPr lang="ru-RU" dirty="0"/>
              <a:t>2. </a:t>
            </a:r>
            <a:r>
              <a:rPr lang="en-US" dirty="0">
                <a:highlight>
                  <a:srgbClr val="FFFF00"/>
                </a:highlight>
              </a:rPr>
              <a:t>[</a:t>
            </a:r>
            <a:r>
              <a:rPr lang="ru-RU" dirty="0">
                <a:highlight>
                  <a:srgbClr val="FFFF00"/>
                </a:highlight>
              </a:rPr>
              <a:t>Аналитический раздел</a:t>
            </a:r>
            <a:r>
              <a:rPr lang="en-US" dirty="0">
                <a:highlight>
                  <a:srgbClr val="FFFF00"/>
                </a:highlight>
              </a:rPr>
              <a:t>]</a:t>
            </a:r>
            <a:r>
              <a:rPr lang="ru-RU" dirty="0">
                <a:highlight>
                  <a:srgbClr val="FFFF00"/>
                </a:highlight>
              </a:rPr>
              <a:t> 2-</a:t>
            </a:r>
            <a:r>
              <a:rPr lang="en-US" dirty="0">
                <a:highlight>
                  <a:srgbClr val="FFFF00"/>
                </a:highlight>
              </a:rPr>
              <a:t>n</a:t>
            </a:r>
            <a:r>
              <a:rPr lang="ru-RU" dirty="0">
                <a:highlight>
                  <a:srgbClr val="FFFF00"/>
                </a:highlight>
              </a:rPr>
              <a:t> слайдов</a:t>
            </a:r>
          </a:p>
        </p:txBody>
      </p:sp>
      <p:sp>
        <p:nvSpPr>
          <p:cNvPr id="54" name="Текст 53">
            <a:extLst>
              <a:ext uri="{FF2B5EF4-FFF2-40B4-BE49-F238E27FC236}">
                <a16:creationId xmlns:a16="http://schemas.microsoft.com/office/drawing/2014/main" id="{ADB7F079-3853-4E99-9B63-9B172F056D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highlight>
                  <a:srgbClr val="FFFF00"/>
                </a:highlight>
              </a:rPr>
              <a:t>Организовать информацию на слайде по своему усмотрению, но с использованием стилистики брендбука и презентации.</a:t>
            </a:r>
          </a:p>
          <a:p>
            <a:endParaRPr lang="ru-RU" dirty="0">
              <a:highlight>
                <a:srgbClr val="FFFF00"/>
              </a:highlight>
            </a:endParaRPr>
          </a:p>
          <a:p>
            <a:endParaRPr lang="ru-RU" dirty="0">
              <a:highlight>
                <a:srgbClr val="FFFF00"/>
              </a:highlight>
            </a:endParaRPr>
          </a:p>
          <a:p>
            <a:r>
              <a:rPr lang="ru-RU" sz="1600" b="1" i="1" dirty="0">
                <a:highlight>
                  <a:srgbClr val="FFFF00"/>
                </a:highlight>
              </a:rPr>
              <a:t>По факту работы должны быть раскрыты все задачи в течение презентации</a:t>
            </a:r>
            <a:endParaRPr lang="ru-RU" b="1" i="1" dirty="0">
              <a:highlight>
                <a:srgbClr val="FFFF00"/>
              </a:highlight>
            </a:endParaRPr>
          </a:p>
          <a:p>
            <a:endParaRPr lang="ru-RU" dirty="0">
              <a:highlight>
                <a:srgbClr val="FFFF00"/>
              </a:highlight>
            </a:endParaRPr>
          </a:p>
        </p:txBody>
      </p:sp>
      <p:sp>
        <p:nvSpPr>
          <p:cNvPr id="55" name="Рисунок 54">
            <a:extLst>
              <a:ext uri="{FF2B5EF4-FFF2-40B4-BE49-F238E27FC236}">
                <a16:creationId xmlns:a16="http://schemas.microsoft.com/office/drawing/2014/main" id="{79397F2B-2F58-0679-C1E9-B9B7231A40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A695501C-1D07-D407-7D6C-ABECBA10F9F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8089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060F7-3901-9F0F-189E-2B9ABC734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Подзаголовок 52">
            <a:extLst>
              <a:ext uri="{FF2B5EF4-FFF2-40B4-BE49-F238E27FC236}">
                <a16:creationId xmlns:a16="http://schemas.microsoft.com/office/drawing/2014/main" id="{86A5C29A-3D38-6141-7337-68FCD93797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661" y="524523"/>
            <a:ext cx="10398685" cy="215444"/>
          </a:xfrm>
        </p:spPr>
        <p:txBody>
          <a:bodyPr/>
          <a:lstStyle/>
          <a:p>
            <a:r>
              <a:rPr lang="ru-RU" dirty="0">
                <a:highlight>
                  <a:srgbClr val="FFFF00"/>
                </a:highlight>
              </a:rPr>
              <a:t>Указать номер и задачу из списках задач (слайд из введения), если есть</a:t>
            </a:r>
          </a:p>
        </p:txBody>
      </p:sp>
      <p:sp>
        <p:nvSpPr>
          <p:cNvPr id="52" name="Заголовок 51">
            <a:extLst>
              <a:ext uri="{FF2B5EF4-FFF2-40B4-BE49-F238E27FC236}">
                <a16:creationId xmlns:a16="http://schemas.microsoft.com/office/drawing/2014/main" id="{65A8FADA-6DEC-6134-612E-1B6940A2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62" y="57633"/>
            <a:ext cx="10398685" cy="369332"/>
          </a:xfrm>
        </p:spPr>
        <p:txBody>
          <a:bodyPr/>
          <a:lstStyle/>
          <a:p>
            <a:r>
              <a:rPr lang="ru-RU" dirty="0"/>
              <a:t>3. Анализ существующих решений</a:t>
            </a:r>
          </a:p>
        </p:txBody>
      </p:sp>
      <p:sp>
        <p:nvSpPr>
          <p:cNvPr id="54" name="Текст 53">
            <a:extLst>
              <a:ext uri="{FF2B5EF4-FFF2-40B4-BE49-F238E27FC236}">
                <a16:creationId xmlns:a16="http://schemas.microsoft.com/office/drawing/2014/main" id="{010E378D-9727-179C-1EC3-5BDE9C7DC9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443" y="5506851"/>
            <a:ext cx="10881554" cy="599646"/>
          </a:xfrm>
        </p:spPr>
        <p:txBody>
          <a:bodyPr/>
          <a:lstStyle/>
          <a:p>
            <a:r>
              <a:rPr lang="ru-RU" dirty="0">
                <a:highlight>
                  <a:srgbClr val="FFFF00"/>
                </a:highlight>
              </a:rPr>
              <a:t>Добавить таблицу сравнительного анализа</a:t>
            </a:r>
          </a:p>
          <a:p>
            <a:endParaRPr lang="ru-RU" dirty="0">
              <a:highlight>
                <a:srgbClr val="FFFF00"/>
              </a:highlight>
            </a:endParaRPr>
          </a:p>
          <a:p>
            <a:r>
              <a:rPr lang="ru-RU" dirty="0">
                <a:highlight>
                  <a:srgbClr val="FFFF00"/>
                </a:highlight>
              </a:rPr>
              <a:t>Организовать информацию на слайде по своему усмотрению, но с использованием стилистики брендбука и презентации</a:t>
            </a:r>
          </a:p>
          <a:p>
            <a:endParaRPr lang="ru-RU" dirty="0">
              <a:highlight>
                <a:srgbClr val="FFFF00"/>
              </a:highlight>
            </a:endParaRPr>
          </a:p>
          <a:p>
            <a:r>
              <a:rPr lang="ru-RU" dirty="0">
                <a:highlight>
                  <a:srgbClr val="FFFF00"/>
                </a:highlight>
              </a:rPr>
              <a:t>МОЖНО НЕСКОЛЬКО слайдов – тогда нумерация каждого слайда в заголовке 4.1, 4.2  </a:t>
            </a:r>
            <a:r>
              <a:rPr lang="ru-RU" dirty="0" err="1">
                <a:highlight>
                  <a:srgbClr val="FFFF00"/>
                </a:highlight>
              </a:rPr>
              <a:t>ит.д</a:t>
            </a:r>
            <a:r>
              <a:rPr lang="ru-RU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55" name="Рисунок 54">
            <a:extLst>
              <a:ext uri="{FF2B5EF4-FFF2-40B4-BE49-F238E27FC236}">
                <a16:creationId xmlns:a16="http://schemas.microsoft.com/office/drawing/2014/main" id="{48FBD1C1-3FD2-52A5-3503-FF96E890631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7661" y="1140768"/>
            <a:ext cx="11227119" cy="4106604"/>
          </a:xfrm>
        </p:spPr>
      </p:sp>
    </p:spTree>
    <p:extLst>
      <p:ext uri="{BB962C8B-B14F-4D97-AF65-F5344CB8AC3E}">
        <p14:creationId xmlns:p14="http://schemas.microsoft.com/office/powerpoint/2010/main" val="3907160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EA9B7-E121-9217-919F-27A1B3665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Заголовок 51">
            <a:extLst>
              <a:ext uri="{FF2B5EF4-FFF2-40B4-BE49-F238E27FC236}">
                <a16:creationId xmlns:a16="http://schemas.microsoft.com/office/drawing/2014/main" id="{E520532C-60F3-1879-3347-5121C550B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62" y="57633"/>
            <a:ext cx="10398685" cy="369332"/>
          </a:xfrm>
        </p:spPr>
        <p:txBody>
          <a:bodyPr/>
          <a:lstStyle/>
          <a:p>
            <a:r>
              <a:rPr lang="ru-RU" dirty="0"/>
              <a:t>4. Постановка задачи на разработку </a:t>
            </a:r>
            <a:r>
              <a:rPr lang="ru-RU" dirty="0">
                <a:highlight>
                  <a:srgbClr val="FFFF00"/>
                </a:highlight>
              </a:rPr>
              <a:t>приложения</a:t>
            </a:r>
          </a:p>
        </p:txBody>
      </p:sp>
      <p:sp>
        <p:nvSpPr>
          <p:cNvPr id="54" name="Текст 53">
            <a:extLst>
              <a:ext uri="{FF2B5EF4-FFF2-40B4-BE49-F238E27FC236}">
                <a16:creationId xmlns:a16="http://schemas.microsoft.com/office/drawing/2014/main" id="{273F872B-18FC-40B1-7CB8-510E6E42F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8683" y="1512050"/>
            <a:ext cx="4671057" cy="3044237"/>
          </a:xfrm>
        </p:spPr>
        <p:txBody>
          <a:bodyPr/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highlight>
                  <a:srgbClr val="FFFF00"/>
                </a:highlight>
              </a:rPr>
              <a:t>требование; 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highlight>
                  <a:srgbClr val="FFFF00"/>
                </a:highlight>
              </a:rPr>
              <a:t>требование;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highlight>
                  <a:srgbClr val="FFFF00"/>
                </a:highlight>
              </a:rPr>
              <a:t>требование; 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highlight>
                  <a:srgbClr val="FFFF00"/>
                </a:highlight>
              </a:rPr>
              <a:t>требование;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highlight>
                  <a:srgbClr val="FFFF00"/>
                </a:highlight>
              </a:rPr>
              <a:t>требование; 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highlight>
                  <a:srgbClr val="FFFF00"/>
                </a:highlight>
              </a:rPr>
              <a:t>требование;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highlight>
                  <a:srgbClr val="FFFF00"/>
                </a:highlight>
              </a:rPr>
              <a:t>требование; 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highlight>
                  <a:srgbClr val="FFFF00"/>
                </a:highlight>
              </a:rPr>
              <a:t>требование;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highlight>
                  <a:srgbClr val="FFFF00"/>
                </a:highlight>
              </a:rPr>
              <a:t>требование.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A4840DC3-A3CB-7D34-9F61-DE5CA6DB16A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8683" y="1116947"/>
            <a:ext cx="5573272" cy="369332"/>
          </a:xfrm>
        </p:spPr>
        <p:txBody>
          <a:bodyPr/>
          <a:lstStyle/>
          <a:p>
            <a:r>
              <a:rPr lang="ru-RU" dirty="0"/>
              <a:t>Функциональные требования</a:t>
            </a:r>
          </a:p>
        </p:txBody>
      </p:sp>
      <p:sp>
        <p:nvSpPr>
          <p:cNvPr id="7" name="Текст 53">
            <a:extLst>
              <a:ext uri="{FF2B5EF4-FFF2-40B4-BE49-F238E27FC236}">
                <a16:creationId xmlns:a16="http://schemas.microsoft.com/office/drawing/2014/main" id="{B702EA8D-7DB5-A7A2-E02C-006DBFD5DE7B}"/>
              </a:ext>
            </a:extLst>
          </p:cNvPr>
          <p:cNvSpPr txBox="1">
            <a:spLocks/>
          </p:cNvSpPr>
          <p:nvPr/>
        </p:nvSpPr>
        <p:spPr>
          <a:xfrm>
            <a:off x="1735933" y="5984933"/>
            <a:ext cx="10213659" cy="348544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None/>
              <a:tabLst/>
              <a:defRPr lang="ru-RU" sz="1200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44000" indent="-144000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Wingdings" panose="05000000000000000000" pitchFamily="2" charset="2"/>
              <a:buChar char="§"/>
              <a:defRPr lang="ru-RU"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88015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Char char="−"/>
              <a:defRPr lang="ru-RU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32022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Char char="▫"/>
              <a:defRPr lang="ru-RU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6029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Char char="-"/>
              <a:defRPr lang="en-U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highlight>
                  <a:srgbClr val="FFFF00"/>
                </a:highlight>
              </a:rPr>
              <a:t>Организовать информацию на слайде по своему усмотрению, но с использованием стилистики брендбука и презентации</a:t>
            </a: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C4B800E2-15C7-0636-FC6C-A5DA8FF2B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244" y="524523"/>
            <a:ext cx="10398685" cy="215444"/>
          </a:xfrm>
        </p:spPr>
        <p:txBody>
          <a:bodyPr/>
          <a:lstStyle/>
          <a:p>
            <a:r>
              <a:rPr lang="ru-RU" dirty="0">
                <a:highlight>
                  <a:srgbClr val="FFFF00"/>
                </a:highlight>
              </a:rPr>
              <a:t>Указать номер и задачу из списках задач (слайд из введения), если есть</a:t>
            </a:r>
          </a:p>
        </p:txBody>
      </p:sp>
      <p:sp>
        <p:nvSpPr>
          <p:cNvPr id="2" name="Текст 55">
            <a:extLst>
              <a:ext uri="{FF2B5EF4-FFF2-40B4-BE49-F238E27FC236}">
                <a16:creationId xmlns:a16="http://schemas.microsoft.com/office/drawing/2014/main" id="{66E3B012-3253-D01F-78FB-49C400D1F829}"/>
              </a:ext>
            </a:extLst>
          </p:cNvPr>
          <p:cNvSpPr txBox="1">
            <a:spLocks/>
          </p:cNvSpPr>
          <p:nvPr/>
        </p:nvSpPr>
        <p:spPr>
          <a:xfrm>
            <a:off x="6441955" y="1116947"/>
            <a:ext cx="5573272" cy="369332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4"/>
              </a:buClr>
              <a:buFont typeface="Wingdings" panose="05000000000000000000" pitchFamily="2" charset="2"/>
              <a:buNone/>
              <a:defRPr lang="ru-RU" sz="1600" b="1" kern="120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44006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Wingdings" panose="05000000000000000000" pitchFamily="2" charset="2"/>
              <a:buChar char="§"/>
              <a:defRPr lang="ru-RU" sz="1600" b="1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288015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Char char="−"/>
              <a:defRPr lang="ru-RU" sz="16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432022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Char char="▫"/>
              <a:defRPr lang="ru-RU" sz="16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576029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Char char="-"/>
              <a:defRPr lang="en-US" sz="16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Нефункциональные требования </a:t>
            </a:r>
            <a:r>
              <a:rPr lang="ru-RU" dirty="0">
                <a:highlight>
                  <a:srgbClr val="FFFF00"/>
                </a:highlight>
              </a:rPr>
              <a:t>(если есть)</a:t>
            </a:r>
          </a:p>
        </p:txBody>
      </p:sp>
      <p:sp>
        <p:nvSpPr>
          <p:cNvPr id="3" name="Текст 53">
            <a:extLst>
              <a:ext uri="{FF2B5EF4-FFF2-40B4-BE49-F238E27FC236}">
                <a16:creationId xmlns:a16="http://schemas.microsoft.com/office/drawing/2014/main" id="{771A1459-B9E8-2823-628A-328B5FE410F9}"/>
              </a:ext>
            </a:extLst>
          </p:cNvPr>
          <p:cNvSpPr txBox="1">
            <a:spLocks/>
          </p:cNvSpPr>
          <p:nvPr/>
        </p:nvSpPr>
        <p:spPr>
          <a:xfrm>
            <a:off x="6441955" y="1578186"/>
            <a:ext cx="4671057" cy="3044237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None/>
              <a:tabLst/>
              <a:defRPr lang="ru-RU" sz="1200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44000" indent="-144000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Wingdings" panose="05000000000000000000" pitchFamily="2" charset="2"/>
              <a:buChar char="§"/>
              <a:defRPr lang="ru-RU"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88015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Char char="−"/>
              <a:defRPr lang="ru-RU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32022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Char char="▫"/>
              <a:defRPr lang="ru-RU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6029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Char char="-"/>
              <a:defRPr lang="en-U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>
                <a:highlight>
                  <a:srgbClr val="FFFF00"/>
                </a:highlight>
              </a:rPr>
              <a:t>требование; 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>
                <a:highlight>
                  <a:srgbClr val="FFFF00"/>
                </a:highlight>
              </a:rPr>
              <a:t>требование;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>
                <a:highlight>
                  <a:srgbClr val="FFFF00"/>
                </a:highlight>
              </a:rPr>
              <a:t>требование; 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>
                <a:highlight>
                  <a:srgbClr val="FFFF00"/>
                </a:highlight>
              </a:rPr>
              <a:t>требование;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>
                <a:highlight>
                  <a:srgbClr val="FFFF00"/>
                </a:highlight>
              </a:rPr>
              <a:t>требование; 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>
                <a:highlight>
                  <a:srgbClr val="FFFF00"/>
                </a:highlight>
              </a:rPr>
              <a:t>требование;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>
                <a:highlight>
                  <a:srgbClr val="FFFF00"/>
                </a:highlight>
              </a:rPr>
              <a:t>требование; 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>
                <a:highlight>
                  <a:srgbClr val="FFFF00"/>
                </a:highlight>
              </a:rPr>
              <a:t>требование;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>
                <a:highlight>
                  <a:srgbClr val="FFFF00"/>
                </a:highlight>
              </a:rPr>
              <a:t>требование.</a:t>
            </a:r>
          </a:p>
        </p:txBody>
      </p:sp>
    </p:spTree>
    <p:extLst>
      <p:ext uri="{BB962C8B-B14F-4D97-AF65-F5344CB8AC3E}">
        <p14:creationId xmlns:p14="http://schemas.microsoft.com/office/powerpoint/2010/main" val="3791367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C5501-F62E-F402-84DA-5A866830E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Заголовок 51">
            <a:extLst>
              <a:ext uri="{FF2B5EF4-FFF2-40B4-BE49-F238E27FC236}">
                <a16:creationId xmlns:a16="http://schemas.microsoft.com/office/drawing/2014/main" id="{E63E6B1D-3CB3-CD2B-6551-5FC90E1E5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62" y="57633"/>
            <a:ext cx="10398685" cy="738664"/>
          </a:xfrm>
        </p:spPr>
        <p:txBody>
          <a:bodyPr/>
          <a:lstStyle/>
          <a:p>
            <a:r>
              <a:rPr lang="ru-RU" dirty="0"/>
              <a:t>5</a:t>
            </a:r>
            <a:r>
              <a:rPr lang="ru-RU" dirty="0">
                <a:highlight>
                  <a:srgbClr val="FFFF00"/>
                </a:highlight>
              </a:rPr>
              <a:t>. Функциональная схема (либо другая схема описывающая общую схему архитектуры разрабатываемого приложения)</a:t>
            </a:r>
          </a:p>
        </p:txBody>
      </p:sp>
      <p:sp>
        <p:nvSpPr>
          <p:cNvPr id="54" name="Текст 53">
            <a:extLst>
              <a:ext uri="{FF2B5EF4-FFF2-40B4-BE49-F238E27FC236}">
                <a16:creationId xmlns:a16="http://schemas.microsoft.com/office/drawing/2014/main" id="{1020C921-D153-58B0-E124-CC6AE702E7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4723" y="5961175"/>
            <a:ext cx="10881554" cy="599646"/>
          </a:xfrm>
        </p:spPr>
        <p:txBody>
          <a:bodyPr/>
          <a:lstStyle/>
          <a:p>
            <a:r>
              <a:rPr lang="ru-RU" dirty="0">
                <a:highlight>
                  <a:srgbClr val="FFFF00"/>
                </a:highlight>
              </a:rPr>
              <a:t>Организовать информацию на слайде по своему усмотрению, но с использованием стилистики брендбука и презентации</a:t>
            </a:r>
          </a:p>
          <a:p>
            <a:endParaRPr lang="ru-RU" dirty="0">
              <a:highlight>
                <a:srgbClr val="FFFF00"/>
              </a:highlight>
            </a:endParaRPr>
          </a:p>
        </p:txBody>
      </p:sp>
      <p:sp>
        <p:nvSpPr>
          <p:cNvPr id="55" name="Рисунок 54">
            <a:extLst>
              <a:ext uri="{FF2B5EF4-FFF2-40B4-BE49-F238E27FC236}">
                <a16:creationId xmlns:a16="http://schemas.microsoft.com/office/drawing/2014/main" id="{BF8621C7-2AF6-F06F-D1CD-6D79277AE0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7662" y="1375698"/>
            <a:ext cx="11227119" cy="4106604"/>
          </a:xfrm>
        </p:spPr>
      </p:sp>
      <p:sp>
        <p:nvSpPr>
          <p:cNvPr id="2" name="Подзаголовок 52">
            <a:extLst>
              <a:ext uri="{FF2B5EF4-FFF2-40B4-BE49-F238E27FC236}">
                <a16:creationId xmlns:a16="http://schemas.microsoft.com/office/drawing/2014/main" id="{E93C217D-F1D9-96AE-83ED-661156B19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662" y="860810"/>
            <a:ext cx="10398685" cy="215444"/>
          </a:xfrm>
        </p:spPr>
        <p:txBody>
          <a:bodyPr/>
          <a:lstStyle/>
          <a:p>
            <a:r>
              <a:rPr lang="ru-RU" dirty="0">
                <a:highlight>
                  <a:srgbClr val="FFFF00"/>
                </a:highlight>
              </a:rPr>
              <a:t>Указать номер и задачу из списках задач (слайд из введения), если есть</a:t>
            </a:r>
          </a:p>
        </p:txBody>
      </p:sp>
    </p:spTree>
    <p:extLst>
      <p:ext uri="{BB962C8B-B14F-4D97-AF65-F5344CB8AC3E}">
        <p14:creationId xmlns:p14="http://schemas.microsoft.com/office/powerpoint/2010/main" val="2194451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07C9A-B184-3653-78CD-D4C4CF2EA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Заголовок 51">
            <a:extLst>
              <a:ext uri="{FF2B5EF4-FFF2-40B4-BE49-F238E27FC236}">
                <a16:creationId xmlns:a16="http://schemas.microsoft.com/office/drawing/2014/main" id="{215B5F25-0426-E593-65D9-05252C989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62" y="57633"/>
            <a:ext cx="10398685" cy="738664"/>
          </a:xfrm>
        </p:spPr>
        <p:txBody>
          <a:bodyPr/>
          <a:lstStyle/>
          <a:p>
            <a:r>
              <a:rPr lang="ru-RU" dirty="0"/>
              <a:t>6.</a:t>
            </a:r>
            <a:r>
              <a:rPr lang="ru-RU" dirty="0">
                <a:highlight>
                  <a:srgbClr val="FFFF00"/>
                </a:highlight>
              </a:rPr>
              <a:t> Блок-схемы, диаграммы, </a:t>
            </a:r>
            <a:r>
              <a:rPr lang="en-US" dirty="0">
                <a:highlight>
                  <a:srgbClr val="FFFF00"/>
                </a:highlight>
              </a:rPr>
              <a:t>mind-</a:t>
            </a:r>
            <a:r>
              <a:rPr lang="ru-RU" dirty="0">
                <a:highlight>
                  <a:srgbClr val="FFFF00"/>
                </a:highlight>
              </a:rPr>
              <a:t>карты и др., раскрывающие принципы работы системы</a:t>
            </a:r>
            <a:endParaRPr lang="ru-RU" dirty="0"/>
          </a:p>
        </p:txBody>
      </p:sp>
      <p:sp>
        <p:nvSpPr>
          <p:cNvPr id="54" name="Текст 53">
            <a:extLst>
              <a:ext uri="{FF2B5EF4-FFF2-40B4-BE49-F238E27FC236}">
                <a16:creationId xmlns:a16="http://schemas.microsoft.com/office/drawing/2014/main" id="{FF09987C-ECCF-DED6-6237-046BCAF24A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4723" y="5961175"/>
            <a:ext cx="10881554" cy="599646"/>
          </a:xfrm>
        </p:spPr>
        <p:txBody>
          <a:bodyPr/>
          <a:lstStyle/>
          <a:p>
            <a:r>
              <a:rPr lang="ru-RU" sz="1600" b="1" dirty="0">
                <a:highlight>
                  <a:srgbClr val="FFFF00"/>
                </a:highlight>
              </a:rPr>
              <a:t>Добавить 2-</a:t>
            </a:r>
            <a:r>
              <a:rPr lang="en-US" sz="1600" b="1" dirty="0">
                <a:highlight>
                  <a:srgbClr val="FFFF00"/>
                </a:highlight>
              </a:rPr>
              <a:t>n </a:t>
            </a:r>
            <a:r>
              <a:rPr lang="ru-RU" sz="1600" b="1" dirty="0">
                <a:highlight>
                  <a:srgbClr val="FFFF00"/>
                </a:highlight>
              </a:rPr>
              <a:t>слайдов</a:t>
            </a:r>
            <a:br>
              <a:rPr lang="ru-RU" dirty="0">
                <a:highlight>
                  <a:srgbClr val="FFFF00"/>
                </a:highlight>
              </a:rPr>
            </a:br>
            <a:br>
              <a:rPr lang="ru-RU" dirty="0">
                <a:highlight>
                  <a:srgbClr val="FFFF00"/>
                </a:highlight>
              </a:rPr>
            </a:br>
            <a:r>
              <a:rPr lang="ru-RU" dirty="0">
                <a:highlight>
                  <a:srgbClr val="FFFF00"/>
                </a:highlight>
              </a:rPr>
              <a:t>Организовать информацию на слайде по своему усмотрению, но с использованием стилистики брендбука и презентации</a:t>
            </a:r>
          </a:p>
          <a:p>
            <a:endParaRPr lang="ru-RU" dirty="0">
              <a:highlight>
                <a:srgbClr val="FFFF00"/>
              </a:highlight>
            </a:endParaRPr>
          </a:p>
        </p:txBody>
      </p:sp>
      <p:sp>
        <p:nvSpPr>
          <p:cNvPr id="55" name="Рисунок 54">
            <a:extLst>
              <a:ext uri="{FF2B5EF4-FFF2-40B4-BE49-F238E27FC236}">
                <a16:creationId xmlns:a16="http://schemas.microsoft.com/office/drawing/2014/main" id="{C4DDEC7D-B000-535D-B954-9D8E69CE902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7662" y="1375698"/>
            <a:ext cx="11227119" cy="4106604"/>
          </a:xfrm>
        </p:spPr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C75917-32E1-8AB4-3147-09385F31A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662" y="928011"/>
            <a:ext cx="10398685" cy="215444"/>
          </a:xfrm>
        </p:spPr>
        <p:txBody>
          <a:bodyPr/>
          <a:lstStyle/>
          <a:p>
            <a:r>
              <a:rPr lang="ru-RU" dirty="0">
                <a:highlight>
                  <a:srgbClr val="FFFF00"/>
                </a:highlight>
              </a:rPr>
              <a:t>Указать номер и задачу из списках задач (слайд из введения), если есть</a:t>
            </a:r>
          </a:p>
        </p:txBody>
      </p:sp>
    </p:spTree>
    <p:extLst>
      <p:ext uri="{BB962C8B-B14F-4D97-AF65-F5344CB8AC3E}">
        <p14:creationId xmlns:p14="http://schemas.microsoft.com/office/powerpoint/2010/main" val="2957394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81F46-882F-3B5D-B38C-2BFC055E5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Заголовок 51">
            <a:extLst>
              <a:ext uri="{FF2B5EF4-FFF2-40B4-BE49-F238E27FC236}">
                <a16:creationId xmlns:a16="http://schemas.microsoft.com/office/drawing/2014/main" id="{C70C956E-2C0E-365C-C58A-D29EE4262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60" y="104815"/>
            <a:ext cx="10398685" cy="738664"/>
          </a:xfrm>
        </p:spPr>
        <p:txBody>
          <a:bodyPr/>
          <a:lstStyle/>
          <a:p>
            <a:r>
              <a:rPr lang="ru-RU" dirty="0"/>
              <a:t>7. Визуализация работы приложения </a:t>
            </a:r>
            <a:r>
              <a:rPr lang="ru-RU" dirty="0">
                <a:highlight>
                  <a:srgbClr val="FFFF00"/>
                </a:highlight>
              </a:rPr>
              <a:t>(скриншоты и код из 3-его раздела)</a:t>
            </a:r>
          </a:p>
        </p:txBody>
      </p:sp>
      <p:sp>
        <p:nvSpPr>
          <p:cNvPr id="54" name="Текст 53">
            <a:extLst>
              <a:ext uri="{FF2B5EF4-FFF2-40B4-BE49-F238E27FC236}">
                <a16:creationId xmlns:a16="http://schemas.microsoft.com/office/drawing/2014/main" id="{301C007B-64DD-64CB-077E-8E544BAE6B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556" y="5187142"/>
            <a:ext cx="10881554" cy="1211837"/>
          </a:xfrm>
        </p:spPr>
        <p:txBody>
          <a:bodyPr/>
          <a:lstStyle/>
          <a:p>
            <a:r>
              <a:rPr lang="ru-RU" sz="1800" b="1" dirty="0">
                <a:highlight>
                  <a:srgbClr val="FFFF00"/>
                </a:highlight>
              </a:rPr>
              <a:t>3-</a:t>
            </a:r>
            <a:r>
              <a:rPr lang="en-US" sz="1800" b="1" dirty="0">
                <a:highlight>
                  <a:srgbClr val="FFFF00"/>
                </a:highlight>
              </a:rPr>
              <a:t>n </a:t>
            </a:r>
            <a:r>
              <a:rPr lang="ru-RU" sz="1800" b="1" dirty="0">
                <a:highlight>
                  <a:srgbClr val="FFFF00"/>
                </a:highlight>
              </a:rPr>
              <a:t>слайдов раскрывающая суть работы приложение</a:t>
            </a:r>
            <a:r>
              <a:rPr lang="en-US" sz="1800" b="1" dirty="0">
                <a:highlight>
                  <a:srgbClr val="FFFF00"/>
                </a:highlight>
              </a:rPr>
              <a:t>. </a:t>
            </a:r>
            <a:br>
              <a:rPr lang="ru-RU" sz="1800" b="1" dirty="0">
                <a:highlight>
                  <a:srgbClr val="FFFF00"/>
                </a:highlight>
              </a:rPr>
            </a:br>
            <a:r>
              <a:rPr lang="ru-RU" sz="1800" b="1" dirty="0">
                <a:highlight>
                  <a:srgbClr val="FFFF00"/>
                </a:highlight>
              </a:rPr>
              <a:t>Минимум 3 т.к.: первый сл. – информационное обеспечение; второй сл. – программное обеспечение; третий сл. Техническое обеспечение</a:t>
            </a:r>
          </a:p>
          <a:p>
            <a:endParaRPr lang="ru-RU" dirty="0">
              <a:highlight>
                <a:srgbClr val="FFFF00"/>
              </a:highlight>
            </a:endParaRPr>
          </a:p>
          <a:p>
            <a:r>
              <a:rPr lang="ru-RU" dirty="0">
                <a:highlight>
                  <a:srgbClr val="FFFF00"/>
                </a:highlight>
              </a:rPr>
              <a:t>Организовать информацию на слайде по своему усмотрению, но с использованием стилистики брендбука и презентации</a:t>
            </a:r>
          </a:p>
          <a:p>
            <a:endParaRPr lang="ru-RU" dirty="0">
              <a:highlight>
                <a:srgbClr val="FFFF00"/>
              </a:highlight>
            </a:endParaRPr>
          </a:p>
        </p:txBody>
      </p:sp>
      <p:sp>
        <p:nvSpPr>
          <p:cNvPr id="55" name="Рисунок 54">
            <a:extLst>
              <a:ext uri="{FF2B5EF4-FFF2-40B4-BE49-F238E27FC236}">
                <a16:creationId xmlns:a16="http://schemas.microsoft.com/office/drawing/2014/main" id="{D722CA3A-F95C-326D-F7A7-B493DDEEA4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7661" y="1567927"/>
            <a:ext cx="11227119" cy="3203578"/>
          </a:xfrm>
        </p:spPr>
      </p:sp>
    </p:spTree>
    <p:extLst>
      <p:ext uri="{BB962C8B-B14F-4D97-AF65-F5344CB8AC3E}">
        <p14:creationId xmlns:p14="http://schemas.microsoft.com/office/powerpoint/2010/main" val="1140246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2E9C2-F25D-1D8A-CFF9-9E174541B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Заголовок 51">
            <a:extLst>
              <a:ext uri="{FF2B5EF4-FFF2-40B4-BE49-F238E27FC236}">
                <a16:creationId xmlns:a16="http://schemas.microsoft.com/office/drawing/2014/main" id="{50FD4F16-A7B6-16CB-EA66-DAFF6CAC9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62" y="57633"/>
            <a:ext cx="10398685" cy="369332"/>
          </a:xfrm>
        </p:spPr>
        <p:txBody>
          <a:bodyPr/>
          <a:lstStyle/>
          <a:p>
            <a:r>
              <a:rPr lang="ru-RU" dirty="0"/>
              <a:t>8 Демонстрация работы приложения</a:t>
            </a:r>
            <a:endParaRPr lang="ru-RU" dirty="0">
              <a:highlight>
                <a:srgbClr val="FFFF00"/>
              </a:highlight>
            </a:endParaRPr>
          </a:p>
        </p:txBody>
      </p:sp>
      <p:sp>
        <p:nvSpPr>
          <p:cNvPr id="54" name="Текст 53">
            <a:extLst>
              <a:ext uri="{FF2B5EF4-FFF2-40B4-BE49-F238E27FC236}">
                <a16:creationId xmlns:a16="http://schemas.microsoft.com/office/drawing/2014/main" id="{9291C88B-EA39-A508-4FDD-4E6F121C33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4723" y="5961175"/>
            <a:ext cx="10881554" cy="599646"/>
          </a:xfrm>
        </p:spPr>
        <p:txBody>
          <a:bodyPr/>
          <a:lstStyle/>
          <a:p>
            <a:r>
              <a:rPr lang="ru-RU" dirty="0">
                <a:highlight>
                  <a:srgbClr val="FFFF00"/>
                </a:highlight>
              </a:rPr>
              <a:t>Организовать информацию на слайде по своему усмотрению, но с использованием стилистики брендбука и презентации</a:t>
            </a:r>
          </a:p>
          <a:p>
            <a:endParaRPr lang="ru-RU" dirty="0">
              <a:highlight>
                <a:srgbClr val="FFFF00"/>
              </a:highlight>
            </a:endParaRPr>
          </a:p>
        </p:txBody>
      </p:sp>
      <p:sp>
        <p:nvSpPr>
          <p:cNvPr id="55" name="Рисунок 54">
            <a:extLst>
              <a:ext uri="{FF2B5EF4-FFF2-40B4-BE49-F238E27FC236}">
                <a16:creationId xmlns:a16="http://schemas.microsoft.com/office/drawing/2014/main" id="{0C6A0FAB-1823-EEF8-86D2-D497D52826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7661" y="1667569"/>
            <a:ext cx="6324794" cy="3387793"/>
          </a:xfrm>
        </p:spPr>
      </p:sp>
      <p:sp>
        <p:nvSpPr>
          <p:cNvPr id="2" name="Текст 53">
            <a:extLst>
              <a:ext uri="{FF2B5EF4-FFF2-40B4-BE49-F238E27FC236}">
                <a16:creationId xmlns:a16="http://schemas.microsoft.com/office/drawing/2014/main" id="{04F796C3-9DFE-356B-1F8C-24342FB581F3}"/>
              </a:ext>
            </a:extLst>
          </p:cNvPr>
          <p:cNvSpPr txBox="1">
            <a:spLocks/>
          </p:cNvSpPr>
          <p:nvPr/>
        </p:nvSpPr>
        <p:spPr>
          <a:xfrm>
            <a:off x="347661" y="854124"/>
            <a:ext cx="10881554" cy="599646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None/>
              <a:tabLst/>
              <a:defRPr lang="ru-RU" sz="1200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44000" indent="-144000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Wingdings" panose="05000000000000000000" pitchFamily="2" charset="2"/>
              <a:buChar char="§"/>
              <a:defRPr lang="ru-RU"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88015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Char char="−"/>
              <a:defRPr lang="ru-RU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32022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Char char="▫"/>
              <a:defRPr lang="ru-RU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76029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Char char="-"/>
              <a:defRPr lang="en-U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highlight>
                  <a:srgbClr val="FFFF00"/>
                </a:highlight>
              </a:rPr>
              <a:t>Добавить видео с обзором основных функций приложения на 2 минуты. </a:t>
            </a:r>
          </a:p>
        </p:txBody>
      </p:sp>
    </p:spTree>
    <p:extLst>
      <p:ext uri="{BB962C8B-B14F-4D97-AF65-F5344CB8AC3E}">
        <p14:creationId xmlns:p14="http://schemas.microsoft.com/office/powerpoint/2010/main" val="1505477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C20D363-D883-B207-0D27-9D419339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680" y="151130"/>
            <a:ext cx="10277095" cy="369332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6" name="Текст 3">
            <a:extLst>
              <a:ext uri="{FF2B5EF4-FFF2-40B4-BE49-F238E27FC236}">
                <a16:creationId xmlns:a16="http://schemas.microsoft.com/office/drawing/2014/main" id="{8B735510-D121-2181-635A-2BA08F30BD48}"/>
              </a:ext>
            </a:extLst>
          </p:cNvPr>
          <p:cNvSpPr txBox="1">
            <a:spLocks/>
          </p:cNvSpPr>
          <p:nvPr/>
        </p:nvSpPr>
        <p:spPr>
          <a:xfrm>
            <a:off x="336000" y="731520"/>
            <a:ext cx="8110538" cy="4344987"/>
          </a:xfrm>
          <a:prstGeom prst="rect">
            <a:avLst/>
          </a:prstGeom>
        </p:spPr>
        <p:txBody>
          <a:bodyPr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4"/>
              </a:buClr>
              <a:buFont typeface="Wingdings" panose="05000000000000000000" pitchFamily="2" charset="2"/>
              <a:buNone/>
              <a:defRPr lang="ru-RU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6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Wingdings" panose="05000000000000000000" pitchFamily="2" charset="2"/>
              <a:buChar char="§"/>
              <a:defRPr lang="ru-RU" sz="12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8015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Char char="−"/>
              <a:defRPr lang="ru-RU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22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Char char="▫"/>
              <a:defRPr lang="ru-RU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6029" indent="-144006" algn="l" defTabSz="91444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Arial" panose="020B0604020202020204" pitchFamily="34" charset="0"/>
              <a:buChar char="-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highlight>
                  <a:srgbClr val="FFFF00"/>
                </a:highlight>
              </a:rPr>
              <a:t>как писали в ВКР - "Цель достигнута, задачи выполнены, разработано приложение..." </a:t>
            </a:r>
          </a:p>
          <a:p>
            <a:endParaRPr lang="ru-RU" dirty="0">
              <a:highlight>
                <a:srgbClr val="FFFF00"/>
              </a:highlight>
            </a:endParaRPr>
          </a:p>
          <a:p>
            <a:endParaRPr lang="ru-RU" dirty="0">
              <a:highlight>
                <a:srgbClr val="FFFF00"/>
              </a:highlight>
            </a:endParaRPr>
          </a:p>
          <a:p>
            <a:r>
              <a:rPr lang="ru-RU" dirty="0">
                <a:highlight>
                  <a:srgbClr val="FFFF00"/>
                </a:highlight>
              </a:rPr>
              <a:t>Перечислить решенные задачи (такие же как и на слайде введения)</a:t>
            </a:r>
          </a:p>
          <a:p>
            <a:endParaRPr lang="ru-RU" dirty="0">
              <a:highlight>
                <a:srgbClr val="FFFF00"/>
              </a:highlight>
            </a:endParaRPr>
          </a:p>
          <a:p>
            <a:endParaRPr lang="ru-RU" dirty="0">
              <a:highlight>
                <a:srgbClr val="FFFF00"/>
              </a:highlight>
            </a:endParaRPr>
          </a:p>
          <a:p>
            <a:endParaRPr lang="ru-RU" dirty="0">
              <a:highlight>
                <a:srgbClr val="FFFF00"/>
              </a:highlight>
            </a:endParaRPr>
          </a:p>
          <a:p>
            <a:r>
              <a:rPr lang="ru-RU" dirty="0">
                <a:highlight>
                  <a:srgbClr val="FFFF00"/>
                </a:highlight>
              </a:rPr>
              <a:t>Организовать информацию на слайде по своему усмотрению, но с использованием стилистики брендбука и презентации.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779B39A-9B03-E210-60F1-8BD115E3F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249743" y="4641446"/>
            <a:ext cx="2931520" cy="293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4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1797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heme/theme1.xml><?xml version="1.0" encoding="utf-8"?>
<a:theme xmlns:a="http://schemas.openxmlformats.org/drawingml/2006/main" name="1_Theme1">
  <a:themeElements>
    <a:clrScheme name="МИРЭА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7D7DD"/>
      </a:accent1>
      <a:accent2>
        <a:srgbClr val="AAAAB4"/>
      </a:accent2>
      <a:accent3>
        <a:srgbClr val="8291A2"/>
      </a:accent3>
      <a:accent4>
        <a:srgbClr val="2E2E37"/>
      </a:accent4>
      <a:accent5>
        <a:srgbClr val="365CA7"/>
      </a:accent5>
      <a:accent6>
        <a:srgbClr val="60C2CE"/>
      </a:accent6>
      <a:hlink>
        <a:srgbClr val="00B0F0"/>
      </a:hlink>
      <a:folHlink>
        <a:srgbClr val="F38B00"/>
      </a:folHlink>
    </a:clrScheme>
    <a:fontScheme name="Другая 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vert="horz" wrap="square" lIns="0" tIns="0" rIns="0" bIns="0" numCol="1" rtlCol="0" anchor="t" anchorCtr="0" compatLnSpc="1">
        <a:prstTxWarp prst="textNoShape">
          <a:avLst/>
        </a:prstTxWarp>
        <a:spAutoFit/>
      </a:bodyPr>
      <a:lstStyle>
        <a:defPPr marL="0" indent="0" algn="l" defTabSz="914400">
          <a:buClr>
            <a:schemeClr val="accent5"/>
          </a:buClr>
          <a:buFontTx/>
          <a:buNone/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7C499AD0-37E7-4D73-882D-85DFFB0C3C23}" vid="{D7DDE6F1-CC3D-4551-813D-6570B9542BC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18959</TotalTime>
  <Words>681</Words>
  <Application>Microsoft Office PowerPoint</Application>
  <PresentationFormat>Широкоэкранный</PresentationFormat>
  <Paragraphs>90</Paragraphs>
  <Slides>12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Wingdings</vt:lpstr>
      <vt:lpstr>1_Theme1</vt:lpstr>
      <vt:lpstr>Слайд think-cell</vt:lpstr>
      <vt:lpstr>Презентация PowerPoint</vt:lpstr>
      <vt:lpstr>ВКР на тему:  Разработка информационной системы сбора и обработки информации на основе подходов конкурентного поиска для задач остроения семантического ядра</vt:lpstr>
      <vt:lpstr>1.Введение</vt:lpstr>
      <vt:lpstr>2. [Аналитический раздел] 2-n слайдов</vt:lpstr>
      <vt:lpstr>3. Анализ существующих решений</vt:lpstr>
      <vt:lpstr>4. Постановка задачи на разработку приложения</vt:lpstr>
      <vt:lpstr>5. Функциональная схема (либо другая схема описывающая общую схему архитектуры разрабатываемого приложения)</vt:lpstr>
      <vt:lpstr>6. Блок-схемы, диаграммы, mind-карты и др., раскрывающие принципы работы системы</vt:lpstr>
      <vt:lpstr>7. Визуализация работы приложения (скриншоты и код из 3-его раздела)</vt:lpstr>
      <vt:lpstr>8 Демонстрация работы приложения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>Дарья Копченова</cp:lastModifiedBy>
  <cp:revision>966</cp:revision>
  <cp:lastPrinted>2026-05-22T17:50:16Z</cp:lastPrinted>
  <dcterms:created xsi:type="dcterms:W3CDTF">2021-05-24T15:42:45Z</dcterms:created>
  <dcterms:modified xsi:type="dcterms:W3CDTF">2026-05-22T18:23:31Z</dcterms:modified>
</cp:coreProperties>
</file>